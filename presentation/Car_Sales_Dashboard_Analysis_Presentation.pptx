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40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C8968-64EA-4AC5-80D3-E8AEED03AC3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A31C14-98D4-44C0-88D6-D403708EE197}">
      <dgm:prSet/>
      <dgm:spPr/>
      <dgm:t>
        <a:bodyPr/>
        <a:lstStyle/>
        <a:p>
          <a:r>
            <a:rPr lang="en-US"/>
            <a:t>• Strong overall financial performance (19.86bn annual income)</a:t>
          </a:r>
        </a:p>
      </dgm:t>
    </dgm:pt>
    <dgm:pt modelId="{9755ABA6-5090-4F07-9708-591D76631562}" type="parTrans" cxnId="{A73A50E6-FD74-40D4-ABC9-9C6F75A9408B}">
      <dgm:prSet/>
      <dgm:spPr/>
      <dgm:t>
        <a:bodyPr/>
        <a:lstStyle/>
        <a:p>
          <a:endParaRPr lang="en-US"/>
        </a:p>
      </dgm:t>
    </dgm:pt>
    <dgm:pt modelId="{AB0D3C5B-4F14-4677-9B6E-1658E20B5DAB}" type="sibTrans" cxnId="{A73A50E6-FD74-40D4-ABC9-9C6F75A9408B}">
      <dgm:prSet/>
      <dgm:spPr/>
      <dgm:t>
        <a:bodyPr/>
        <a:lstStyle/>
        <a:p>
          <a:endParaRPr lang="en-US"/>
        </a:p>
      </dgm:t>
    </dgm:pt>
    <dgm:pt modelId="{3D424232-36A3-475A-A572-8D606BCCDF5A}">
      <dgm:prSet/>
      <dgm:spPr/>
      <dgm:t>
        <a:bodyPr/>
        <a:lstStyle/>
        <a:p>
          <a:r>
            <a:rPr lang="en-US"/>
            <a:t>• Sales peak observed in Q4</a:t>
          </a:r>
        </a:p>
      </dgm:t>
    </dgm:pt>
    <dgm:pt modelId="{8ECBC5E1-9306-453F-8F13-92BC7C5301BB}" type="parTrans" cxnId="{0EE21409-3614-41C6-87E6-5CABDC94F749}">
      <dgm:prSet/>
      <dgm:spPr/>
      <dgm:t>
        <a:bodyPr/>
        <a:lstStyle/>
        <a:p>
          <a:endParaRPr lang="en-US"/>
        </a:p>
      </dgm:t>
    </dgm:pt>
    <dgm:pt modelId="{84353A10-DC1E-4457-9832-BB6F19A52A22}" type="sibTrans" cxnId="{0EE21409-3614-41C6-87E6-5CABDC94F749}">
      <dgm:prSet/>
      <dgm:spPr/>
      <dgm:t>
        <a:bodyPr/>
        <a:lstStyle/>
        <a:p>
          <a:endParaRPr lang="en-US"/>
        </a:p>
      </dgm:t>
    </dgm:pt>
    <dgm:pt modelId="{47C22CA9-1ED8-4FE3-A157-338FAF89FF98}">
      <dgm:prSet/>
      <dgm:spPr/>
      <dgm:t>
        <a:bodyPr/>
        <a:lstStyle/>
        <a:p>
          <a:r>
            <a:rPr lang="en-US"/>
            <a:t>• Automatic vehicles dominate revenue contribution</a:t>
          </a:r>
        </a:p>
      </dgm:t>
    </dgm:pt>
    <dgm:pt modelId="{872D5A77-AF90-4A36-88B6-B26B0992B9E8}" type="parTrans" cxnId="{14B7F1C2-89D2-44D1-9C1E-D135E2EF417D}">
      <dgm:prSet/>
      <dgm:spPr/>
      <dgm:t>
        <a:bodyPr/>
        <a:lstStyle/>
        <a:p>
          <a:endParaRPr lang="en-US"/>
        </a:p>
      </dgm:t>
    </dgm:pt>
    <dgm:pt modelId="{974A58CE-0FDC-46A5-96D6-042934B9B112}" type="sibTrans" cxnId="{14B7F1C2-89D2-44D1-9C1E-D135E2EF417D}">
      <dgm:prSet/>
      <dgm:spPr/>
      <dgm:t>
        <a:bodyPr/>
        <a:lstStyle/>
        <a:p>
          <a:endParaRPr lang="en-US"/>
        </a:p>
      </dgm:t>
    </dgm:pt>
    <dgm:pt modelId="{76C07632-8466-4DF6-B755-5BFA9179F97A}">
      <dgm:prSet/>
      <dgm:spPr/>
      <dgm:t>
        <a:bodyPr/>
        <a:lstStyle/>
        <a:p>
          <a:r>
            <a:rPr lang="en-US"/>
            <a:t>• Male customers represent majority segment</a:t>
          </a:r>
        </a:p>
      </dgm:t>
    </dgm:pt>
    <dgm:pt modelId="{9FCD260C-3159-4526-87DC-42666F90A913}" type="parTrans" cxnId="{3F7201A6-86CB-473A-8EAD-9074807C5DF9}">
      <dgm:prSet/>
      <dgm:spPr/>
      <dgm:t>
        <a:bodyPr/>
        <a:lstStyle/>
        <a:p>
          <a:endParaRPr lang="en-US"/>
        </a:p>
      </dgm:t>
    </dgm:pt>
    <dgm:pt modelId="{BA1FC563-8957-4637-BA42-FFC73A555DA4}" type="sibTrans" cxnId="{3F7201A6-86CB-473A-8EAD-9074807C5DF9}">
      <dgm:prSet/>
      <dgm:spPr/>
      <dgm:t>
        <a:bodyPr/>
        <a:lstStyle/>
        <a:p>
          <a:endParaRPr lang="en-US"/>
        </a:p>
      </dgm:t>
    </dgm:pt>
    <dgm:pt modelId="{9F35B14C-E958-40CE-98B2-408766EBCC1F}">
      <dgm:prSet/>
      <dgm:spPr/>
      <dgm:t>
        <a:bodyPr/>
        <a:lstStyle/>
        <a:p>
          <a:r>
            <a:rPr lang="en-US"/>
            <a:t>• Revenue concentrated among selected brands</a:t>
          </a:r>
        </a:p>
      </dgm:t>
    </dgm:pt>
    <dgm:pt modelId="{A73C830B-7187-4206-80EF-554CD4C12AA1}" type="parTrans" cxnId="{41DE3FFD-6755-4A55-9F62-061CF4A3171E}">
      <dgm:prSet/>
      <dgm:spPr/>
      <dgm:t>
        <a:bodyPr/>
        <a:lstStyle/>
        <a:p>
          <a:endParaRPr lang="en-US"/>
        </a:p>
      </dgm:t>
    </dgm:pt>
    <dgm:pt modelId="{410592D9-0147-4BAC-963D-624D5647C41D}" type="sibTrans" cxnId="{41DE3FFD-6755-4A55-9F62-061CF4A3171E}">
      <dgm:prSet/>
      <dgm:spPr/>
      <dgm:t>
        <a:bodyPr/>
        <a:lstStyle/>
        <a:p>
          <a:endParaRPr lang="en-US"/>
        </a:p>
      </dgm:t>
    </dgm:pt>
    <dgm:pt modelId="{36EDA1CE-BB4A-41D9-82F6-FF5C3DBDEACE}" type="pres">
      <dgm:prSet presAssocID="{B1FC8968-64EA-4AC5-80D3-E8AEED03AC3D}" presName="vert0" presStyleCnt="0">
        <dgm:presLayoutVars>
          <dgm:dir/>
          <dgm:animOne val="branch"/>
          <dgm:animLvl val="lvl"/>
        </dgm:presLayoutVars>
      </dgm:prSet>
      <dgm:spPr/>
    </dgm:pt>
    <dgm:pt modelId="{E05BF5B9-2403-4A43-910E-4DC798074E12}" type="pres">
      <dgm:prSet presAssocID="{6EA31C14-98D4-44C0-88D6-D403708EE197}" presName="thickLine" presStyleLbl="alignNode1" presStyleIdx="0" presStyleCnt="5"/>
      <dgm:spPr/>
    </dgm:pt>
    <dgm:pt modelId="{08EC6B7B-1E30-4C80-BAAC-3ECBB653BAA1}" type="pres">
      <dgm:prSet presAssocID="{6EA31C14-98D4-44C0-88D6-D403708EE197}" presName="horz1" presStyleCnt="0"/>
      <dgm:spPr/>
    </dgm:pt>
    <dgm:pt modelId="{81E06213-A8FA-4DF5-B47B-B6CAC51C8D55}" type="pres">
      <dgm:prSet presAssocID="{6EA31C14-98D4-44C0-88D6-D403708EE197}" presName="tx1" presStyleLbl="revTx" presStyleIdx="0" presStyleCnt="5"/>
      <dgm:spPr/>
    </dgm:pt>
    <dgm:pt modelId="{65460BBB-C5A7-42B9-AA84-31801E66DB3D}" type="pres">
      <dgm:prSet presAssocID="{6EA31C14-98D4-44C0-88D6-D403708EE197}" presName="vert1" presStyleCnt="0"/>
      <dgm:spPr/>
    </dgm:pt>
    <dgm:pt modelId="{E1B39DEB-DD99-4543-BBFC-ED67D247A9F7}" type="pres">
      <dgm:prSet presAssocID="{3D424232-36A3-475A-A572-8D606BCCDF5A}" presName="thickLine" presStyleLbl="alignNode1" presStyleIdx="1" presStyleCnt="5"/>
      <dgm:spPr/>
    </dgm:pt>
    <dgm:pt modelId="{182B1200-CBB2-4A50-9FF0-42E922EA25EE}" type="pres">
      <dgm:prSet presAssocID="{3D424232-36A3-475A-A572-8D606BCCDF5A}" presName="horz1" presStyleCnt="0"/>
      <dgm:spPr/>
    </dgm:pt>
    <dgm:pt modelId="{D2882823-3008-4CC7-ADAA-AAE1932ABFBD}" type="pres">
      <dgm:prSet presAssocID="{3D424232-36A3-475A-A572-8D606BCCDF5A}" presName="tx1" presStyleLbl="revTx" presStyleIdx="1" presStyleCnt="5"/>
      <dgm:spPr/>
    </dgm:pt>
    <dgm:pt modelId="{4105D4BA-AE57-41F1-BC67-EFB6270A6328}" type="pres">
      <dgm:prSet presAssocID="{3D424232-36A3-475A-A572-8D606BCCDF5A}" presName="vert1" presStyleCnt="0"/>
      <dgm:spPr/>
    </dgm:pt>
    <dgm:pt modelId="{EE12EA1C-AE59-4FE2-A97F-EE21F39A1856}" type="pres">
      <dgm:prSet presAssocID="{47C22CA9-1ED8-4FE3-A157-338FAF89FF98}" presName="thickLine" presStyleLbl="alignNode1" presStyleIdx="2" presStyleCnt="5"/>
      <dgm:spPr/>
    </dgm:pt>
    <dgm:pt modelId="{3C619B7E-A06B-44AE-8FE1-0E8ED99E83CE}" type="pres">
      <dgm:prSet presAssocID="{47C22CA9-1ED8-4FE3-A157-338FAF89FF98}" presName="horz1" presStyleCnt="0"/>
      <dgm:spPr/>
    </dgm:pt>
    <dgm:pt modelId="{CDD8A911-C3D3-412C-B98C-C5CE67169DF2}" type="pres">
      <dgm:prSet presAssocID="{47C22CA9-1ED8-4FE3-A157-338FAF89FF98}" presName="tx1" presStyleLbl="revTx" presStyleIdx="2" presStyleCnt="5"/>
      <dgm:spPr/>
    </dgm:pt>
    <dgm:pt modelId="{DAC11557-2B7E-450C-A578-3D8A1B4BE234}" type="pres">
      <dgm:prSet presAssocID="{47C22CA9-1ED8-4FE3-A157-338FAF89FF98}" presName="vert1" presStyleCnt="0"/>
      <dgm:spPr/>
    </dgm:pt>
    <dgm:pt modelId="{CC7BBC90-4705-44B8-B943-5C9EA602A7B1}" type="pres">
      <dgm:prSet presAssocID="{76C07632-8466-4DF6-B755-5BFA9179F97A}" presName="thickLine" presStyleLbl="alignNode1" presStyleIdx="3" presStyleCnt="5"/>
      <dgm:spPr/>
    </dgm:pt>
    <dgm:pt modelId="{245AFFC1-D2E5-4A49-871F-8E4BC509C4CC}" type="pres">
      <dgm:prSet presAssocID="{76C07632-8466-4DF6-B755-5BFA9179F97A}" presName="horz1" presStyleCnt="0"/>
      <dgm:spPr/>
    </dgm:pt>
    <dgm:pt modelId="{151ABA53-EA5D-4249-9EC7-A813ABEE61BC}" type="pres">
      <dgm:prSet presAssocID="{76C07632-8466-4DF6-B755-5BFA9179F97A}" presName="tx1" presStyleLbl="revTx" presStyleIdx="3" presStyleCnt="5"/>
      <dgm:spPr/>
    </dgm:pt>
    <dgm:pt modelId="{90F49EC3-224B-48BA-954D-248835C38A30}" type="pres">
      <dgm:prSet presAssocID="{76C07632-8466-4DF6-B755-5BFA9179F97A}" presName="vert1" presStyleCnt="0"/>
      <dgm:spPr/>
    </dgm:pt>
    <dgm:pt modelId="{A3E32F9C-544D-469F-9EC5-4896692A07AB}" type="pres">
      <dgm:prSet presAssocID="{9F35B14C-E958-40CE-98B2-408766EBCC1F}" presName="thickLine" presStyleLbl="alignNode1" presStyleIdx="4" presStyleCnt="5"/>
      <dgm:spPr/>
    </dgm:pt>
    <dgm:pt modelId="{360111B7-5381-45BD-B3AF-D19E72338568}" type="pres">
      <dgm:prSet presAssocID="{9F35B14C-E958-40CE-98B2-408766EBCC1F}" presName="horz1" presStyleCnt="0"/>
      <dgm:spPr/>
    </dgm:pt>
    <dgm:pt modelId="{7FB0DE20-E11A-49FE-B865-A7A79132FB9E}" type="pres">
      <dgm:prSet presAssocID="{9F35B14C-E958-40CE-98B2-408766EBCC1F}" presName="tx1" presStyleLbl="revTx" presStyleIdx="4" presStyleCnt="5"/>
      <dgm:spPr/>
    </dgm:pt>
    <dgm:pt modelId="{9C87C6BC-F23A-418F-AA74-199B24E70D79}" type="pres">
      <dgm:prSet presAssocID="{9F35B14C-E958-40CE-98B2-408766EBCC1F}" presName="vert1" presStyleCnt="0"/>
      <dgm:spPr/>
    </dgm:pt>
  </dgm:ptLst>
  <dgm:cxnLst>
    <dgm:cxn modelId="{0EE21409-3614-41C6-87E6-5CABDC94F749}" srcId="{B1FC8968-64EA-4AC5-80D3-E8AEED03AC3D}" destId="{3D424232-36A3-475A-A572-8D606BCCDF5A}" srcOrd="1" destOrd="0" parTransId="{8ECBC5E1-9306-453F-8F13-92BC7C5301BB}" sibTransId="{84353A10-DC1E-4457-9832-BB6F19A52A22}"/>
    <dgm:cxn modelId="{CC3E4122-D924-4A3F-A1F7-3CE6945BA307}" type="presOf" srcId="{9F35B14C-E958-40CE-98B2-408766EBCC1F}" destId="{7FB0DE20-E11A-49FE-B865-A7A79132FB9E}" srcOrd="0" destOrd="0" presId="urn:microsoft.com/office/officeart/2008/layout/LinedList"/>
    <dgm:cxn modelId="{764EB86A-F6E7-4198-A42F-40684950664A}" type="presOf" srcId="{3D424232-36A3-475A-A572-8D606BCCDF5A}" destId="{D2882823-3008-4CC7-ADAA-AAE1932ABFBD}" srcOrd="0" destOrd="0" presId="urn:microsoft.com/office/officeart/2008/layout/LinedList"/>
    <dgm:cxn modelId="{D6E6EC4B-F1DE-4110-9C0C-3D8E05447925}" type="presOf" srcId="{76C07632-8466-4DF6-B755-5BFA9179F97A}" destId="{151ABA53-EA5D-4249-9EC7-A813ABEE61BC}" srcOrd="0" destOrd="0" presId="urn:microsoft.com/office/officeart/2008/layout/LinedList"/>
    <dgm:cxn modelId="{3F7201A6-86CB-473A-8EAD-9074807C5DF9}" srcId="{B1FC8968-64EA-4AC5-80D3-E8AEED03AC3D}" destId="{76C07632-8466-4DF6-B755-5BFA9179F97A}" srcOrd="3" destOrd="0" parTransId="{9FCD260C-3159-4526-87DC-42666F90A913}" sibTransId="{BA1FC563-8957-4637-BA42-FFC73A555DA4}"/>
    <dgm:cxn modelId="{14B7F1C2-89D2-44D1-9C1E-D135E2EF417D}" srcId="{B1FC8968-64EA-4AC5-80D3-E8AEED03AC3D}" destId="{47C22CA9-1ED8-4FE3-A157-338FAF89FF98}" srcOrd="2" destOrd="0" parTransId="{872D5A77-AF90-4A36-88B6-B26B0992B9E8}" sibTransId="{974A58CE-0FDC-46A5-96D6-042934B9B112}"/>
    <dgm:cxn modelId="{972329DE-A584-48BB-96B9-D0D842063AE3}" type="presOf" srcId="{47C22CA9-1ED8-4FE3-A157-338FAF89FF98}" destId="{CDD8A911-C3D3-412C-B98C-C5CE67169DF2}" srcOrd="0" destOrd="0" presId="urn:microsoft.com/office/officeart/2008/layout/LinedList"/>
    <dgm:cxn modelId="{48FAADE1-553E-4F2C-AD63-7442A89AA35B}" type="presOf" srcId="{6EA31C14-98D4-44C0-88D6-D403708EE197}" destId="{81E06213-A8FA-4DF5-B47B-B6CAC51C8D55}" srcOrd="0" destOrd="0" presId="urn:microsoft.com/office/officeart/2008/layout/LinedList"/>
    <dgm:cxn modelId="{A73A50E6-FD74-40D4-ABC9-9C6F75A9408B}" srcId="{B1FC8968-64EA-4AC5-80D3-E8AEED03AC3D}" destId="{6EA31C14-98D4-44C0-88D6-D403708EE197}" srcOrd="0" destOrd="0" parTransId="{9755ABA6-5090-4F07-9708-591D76631562}" sibTransId="{AB0D3C5B-4F14-4677-9B6E-1658E20B5DAB}"/>
    <dgm:cxn modelId="{3E1D0AF7-EEF2-44C3-B693-4B967A7B94FD}" type="presOf" srcId="{B1FC8968-64EA-4AC5-80D3-E8AEED03AC3D}" destId="{36EDA1CE-BB4A-41D9-82F6-FF5C3DBDEACE}" srcOrd="0" destOrd="0" presId="urn:microsoft.com/office/officeart/2008/layout/LinedList"/>
    <dgm:cxn modelId="{41DE3FFD-6755-4A55-9F62-061CF4A3171E}" srcId="{B1FC8968-64EA-4AC5-80D3-E8AEED03AC3D}" destId="{9F35B14C-E958-40CE-98B2-408766EBCC1F}" srcOrd="4" destOrd="0" parTransId="{A73C830B-7187-4206-80EF-554CD4C12AA1}" sibTransId="{410592D9-0147-4BAC-963D-624D5647C41D}"/>
    <dgm:cxn modelId="{DCD668F0-EC10-45DF-AC64-41D98D37BC7F}" type="presParOf" srcId="{36EDA1CE-BB4A-41D9-82F6-FF5C3DBDEACE}" destId="{E05BF5B9-2403-4A43-910E-4DC798074E12}" srcOrd="0" destOrd="0" presId="urn:microsoft.com/office/officeart/2008/layout/LinedList"/>
    <dgm:cxn modelId="{8E8B37D6-84A4-4346-8CDE-7F2DB4D5E054}" type="presParOf" srcId="{36EDA1CE-BB4A-41D9-82F6-FF5C3DBDEACE}" destId="{08EC6B7B-1E30-4C80-BAAC-3ECBB653BAA1}" srcOrd="1" destOrd="0" presId="urn:microsoft.com/office/officeart/2008/layout/LinedList"/>
    <dgm:cxn modelId="{FE882B3E-F397-43A6-B79C-B05D712B99F2}" type="presParOf" srcId="{08EC6B7B-1E30-4C80-BAAC-3ECBB653BAA1}" destId="{81E06213-A8FA-4DF5-B47B-B6CAC51C8D55}" srcOrd="0" destOrd="0" presId="urn:microsoft.com/office/officeart/2008/layout/LinedList"/>
    <dgm:cxn modelId="{E026A337-6822-4813-A915-083E1A2796A7}" type="presParOf" srcId="{08EC6B7B-1E30-4C80-BAAC-3ECBB653BAA1}" destId="{65460BBB-C5A7-42B9-AA84-31801E66DB3D}" srcOrd="1" destOrd="0" presId="urn:microsoft.com/office/officeart/2008/layout/LinedList"/>
    <dgm:cxn modelId="{69018D46-982A-4331-BFB1-B9FE846DED59}" type="presParOf" srcId="{36EDA1CE-BB4A-41D9-82F6-FF5C3DBDEACE}" destId="{E1B39DEB-DD99-4543-BBFC-ED67D247A9F7}" srcOrd="2" destOrd="0" presId="urn:microsoft.com/office/officeart/2008/layout/LinedList"/>
    <dgm:cxn modelId="{A06A50F9-8C89-47A2-887B-061D4D2F1953}" type="presParOf" srcId="{36EDA1CE-BB4A-41D9-82F6-FF5C3DBDEACE}" destId="{182B1200-CBB2-4A50-9FF0-42E922EA25EE}" srcOrd="3" destOrd="0" presId="urn:microsoft.com/office/officeart/2008/layout/LinedList"/>
    <dgm:cxn modelId="{0BBA22BF-47EC-4567-AABE-77A02A2D29F8}" type="presParOf" srcId="{182B1200-CBB2-4A50-9FF0-42E922EA25EE}" destId="{D2882823-3008-4CC7-ADAA-AAE1932ABFBD}" srcOrd="0" destOrd="0" presId="urn:microsoft.com/office/officeart/2008/layout/LinedList"/>
    <dgm:cxn modelId="{2CAC0C12-27FE-4782-955F-1200DB4F1061}" type="presParOf" srcId="{182B1200-CBB2-4A50-9FF0-42E922EA25EE}" destId="{4105D4BA-AE57-41F1-BC67-EFB6270A6328}" srcOrd="1" destOrd="0" presId="urn:microsoft.com/office/officeart/2008/layout/LinedList"/>
    <dgm:cxn modelId="{6CFB0B59-B15A-4BFA-B2C7-FDBA6C548AED}" type="presParOf" srcId="{36EDA1CE-BB4A-41D9-82F6-FF5C3DBDEACE}" destId="{EE12EA1C-AE59-4FE2-A97F-EE21F39A1856}" srcOrd="4" destOrd="0" presId="urn:microsoft.com/office/officeart/2008/layout/LinedList"/>
    <dgm:cxn modelId="{11C621DB-518D-4197-80BF-F07F6F041393}" type="presParOf" srcId="{36EDA1CE-BB4A-41D9-82F6-FF5C3DBDEACE}" destId="{3C619B7E-A06B-44AE-8FE1-0E8ED99E83CE}" srcOrd="5" destOrd="0" presId="urn:microsoft.com/office/officeart/2008/layout/LinedList"/>
    <dgm:cxn modelId="{7A4FAE67-11F5-4908-A5A3-9581F8C06413}" type="presParOf" srcId="{3C619B7E-A06B-44AE-8FE1-0E8ED99E83CE}" destId="{CDD8A911-C3D3-412C-B98C-C5CE67169DF2}" srcOrd="0" destOrd="0" presId="urn:microsoft.com/office/officeart/2008/layout/LinedList"/>
    <dgm:cxn modelId="{FF0394CC-09C5-40AD-9835-9642A3FF6F30}" type="presParOf" srcId="{3C619B7E-A06B-44AE-8FE1-0E8ED99E83CE}" destId="{DAC11557-2B7E-450C-A578-3D8A1B4BE234}" srcOrd="1" destOrd="0" presId="urn:microsoft.com/office/officeart/2008/layout/LinedList"/>
    <dgm:cxn modelId="{B262FA1C-710C-4ADC-9C1E-C4A944D267CA}" type="presParOf" srcId="{36EDA1CE-BB4A-41D9-82F6-FF5C3DBDEACE}" destId="{CC7BBC90-4705-44B8-B943-5C9EA602A7B1}" srcOrd="6" destOrd="0" presId="urn:microsoft.com/office/officeart/2008/layout/LinedList"/>
    <dgm:cxn modelId="{9FF157FE-83F9-41BE-BC41-CA60EAC48E5A}" type="presParOf" srcId="{36EDA1CE-BB4A-41D9-82F6-FF5C3DBDEACE}" destId="{245AFFC1-D2E5-4A49-871F-8E4BC509C4CC}" srcOrd="7" destOrd="0" presId="urn:microsoft.com/office/officeart/2008/layout/LinedList"/>
    <dgm:cxn modelId="{2E24F720-7728-477A-A32B-839EAD3CB320}" type="presParOf" srcId="{245AFFC1-D2E5-4A49-871F-8E4BC509C4CC}" destId="{151ABA53-EA5D-4249-9EC7-A813ABEE61BC}" srcOrd="0" destOrd="0" presId="urn:microsoft.com/office/officeart/2008/layout/LinedList"/>
    <dgm:cxn modelId="{1FEEBEA2-0FCF-426D-8FE8-1A6416A80380}" type="presParOf" srcId="{245AFFC1-D2E5-4A49-871F-8E4BC509C4CC}" destId="{90F49EC3-224B-48BA-954D-248835C38A30}" srcOrd="1" destOrd="0" presId="urn:microsoft.com/office/officeart/2008/layout/LinedList"/>
    <dgm:cxn modelId="{35E85C4F-F29C-40E4-8402-93077B47BEA8}" type="presParOf" srcId="{36EDA1CE-BB4A-41D9-82F6-FF5C3DBDEACE}" destId="{A3E32F9C-544D-469F-9EC5-4896692A07AB}" srcOrd="8" destOrd="0" presId="urn:microsoft.com/office/officeart/2008/layout/LinedList"/>
    <dgm:cxn modelId="{FDDA86D5-CB3B-45C6-9691-63F41F841B80}" type="presParOf" srcId="{36EDA1CE-BB4A-41D9-82F6-FF5C3DBDEACE}" destId="{360111B7-5381-45BD-B3AF-D19E72338568}" srcOrd="9" destOrd="0" presId="urn:microsoft.com/office/officeart/2008/layout/LinedList"/>
    <dgm:cxn modelId="{01FA08C4-5BCA-4E33-B815-51DACF30060B}" type="presParOf" srcId="{360111B7-5381-45BD-B3AF-D19E72338568}" destId="{7FB0DE20-E11A-49FE-B865-A7A79132FB9E}" srcOrd="0" destOrd="0" presId="urn:microsoft.com/office/officeart/2008/layout/LinedList"/>
    <dgm:cxn modelId="{BA2A166A-FD2C-4DE3-991B-9CA030520599}" type="presParOf" srcId="{360111B7-5381-45BD-B3AF-D19E72338568}" destId="{9C87C6BC-F23A-418F-AA74-199B24E70D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E228C0-2610-465B-AAF8-595A4CE8B67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58DF07-C18E-40A0-8722-924B056406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Customers: 23.91K</a:t>
          </a:r>
        </a:p>
      </dgm:t>
    </dgm:pt>
    <dgm:pt modelId="{F6A3BB30-2CEB-4439-BB2F-F055243B530C}" type="parTrans" cxnId="{7ED02D9B-F371-43F4-84F9-8B165EB403AC}">
      <dgm:prSet/>
      <dgm:spPr/>
      <dgm:t>
        <a:bodyPr/>
        <a:lstStyle/>
        <a:p>
          <a:endParaRPr lang="en-US"/>
        </a:p>
      </dgm:t>
    </dgm:pt>
    <dgm:pt modelId="{77799792-2B31-4DE5-B50E-B9CBCE9B8AFE}" type="sibTrans" cxnId="{7ED02D9B-F371-43F4-84F9-8B165EB403AC}">
      <dgm:prSet/>
      <dgm:spPr/>
      <dgm:t>
        <a:bodyPr/>
        <a:lstStyle/>
        <a:p>
          <a:endParaRPr lang="en-US"/>
        </a:p>
      </dgm:t>
    </dgm:pt>
    <dgm:pt modelId="{64030E2D-CF63-4CB3-9F51-CB93490D09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Cars Sold: 23.906K</a:t>
          </a:r>
        </a:p>
      </dgm:t>
    </dgm:pt>
    <dgm:pt modelId="{1407BBC3-8040-4F95-B752-CE6DBC46D619}" type="parTrans" cxnId="{5ECEF25B-A1AE-478E-AA68-851CD112C1E2}">
      <dgm:prSet/>
      <dgm:spPr/>
      <dgm:t>
        <a:bodyPr/>
        <a:lstStyle/>
        <a:p>
          <a:endParaRPr lang="en-US"/>
        </a:p>
      </dgm:t>
    </dgm:pt>
    <dgm:pt modelId="{E601E32B-7EDD-47B4-A485-1B8B46E27321}" type="sibTrans" cxnId="{5ECEF25B-A1AE-478E-AA68-851CD112C1E2}">
      <dgm:prSet/>
      <dgm:spPr/>
      <dgm:t>
        <a:bodyPr/>
        <a:lstStyle/>
        <a:p>
          <a:endParaRPr lang="en-US"/>
        </a:p>
      </dgm:t>
    </dgm:pt>
    <dgm:pt modelId="{D12FB6DA-D1B9-4A2E-BD16-C6019CCABF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Average Car Price: 28.09K</a:t>
          </a:r>
        </a:p>
      </dgm:t>
    </dgm:pt>
    <dgm:pt modelId="{4F58D0BC-9BA8-422E-84B2-D2655E09550C}" type="parTrans" cxnId="{08A4224E-47D7-43C6-90B8-CC8DC0A580CF}">
      <dgm:prSet/>
      <dgm:spPr/>
      <dgm:t>
        <a:bodyPr/>
        <a:lstStyle/>
        <a:p>
          <a:endParaRPr lang="en-US"/>
        </a:p>
      </dgm:t>
    </dgm:pt>
    <dgm:pt modelId="{140317C7-1014-48D0-8F6C-B308CA338D4F}" type="sibTrans" cxnId="{08A4224E-47D7-43C6-90B8-CC8DC0A580CF}">
      <dgm:prSet/>
      <dgm:spPr/>
      <dgm:t>
        <a:bodyPr/>
        <a:lstStyle/>
        <a:p>
          <a:endParaRPr lang="en-US"/>
        </a:p>
      </dgm:t>
    </dgm:pt>
    <dgm:pt modelId="{871CF225-D726-45FD-9E99-CA264101D5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Stable mid-range market positioning</a:t>
          </a:r>
        </a:p>
      </dgm:t>
    </dgm:pt>
    <dgm:pt modelId="{2A6CFF9D-E82A-40C1-8D9C-86FE8184B598}" type="parTrans" cxnId="{1A2FEBD8-4FD9-46C5-8C92-1D6D15FE62DF}">
      <dgm:prSet/>
      <dgm:spPr/>
      <dgm:t>
        <a:bodyPr/>
        <a:lstStyle/>
        <a:p>
          <a:endParaRPr lang="en-US"/>
        </a:p>
      </dgm:t>
    </dgm:pt>
    <dgm:pt modelId="{B54455DD-26BB-4A95-A8EE-19D342F44082}" type="sibTrans" cxnId="{1A2FEBD8-4FD9-46C5-8C92-1D6D15FE62DF}">
      <dgm:prSet/>
      <dgm:spPr/>
      <dgm:t>
        <a:bodyPr/>
        <a:lstStyle/>
        <a:p>
          <a:endParaRPr lang="en-US"/>
        </a:p>
      </dgm:t>
    </dgm:pt>
    <dgm:pt modelId="{7F1C9EA9-3DFE-4B3F-A1A5-9E940A9AB4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revenue generation performance</a:t>
          </a:r>
        </a:p>
      </dgm:t>
    </dgm:pt>
    <dgm:pt modelId="{D0843EE5-E5EA-46C4-9125-5AEECF4D91D8}" type="parTrans" cxnId="{DBE2B4F7-21A7-487E-8F9B-D62F646B68CD}">
      <dgm:prSet/>
      <dgm:spPr/>
      <dgm:t>
        <a:bodyPr/>
        <a:lstStyle/>
        <a:p>
          <a:endParaRPr lang="en-US"/>
        </a:p>
      </dgm:t>
    </dgm:pt>
    <dgm:pt modelId="{1DCBA151-F9CD-48CD-933F-D9D7293A8052}" type="sibTrans" cxnId="{DBE2B4F7-21A7-487E-8F9B-D62F646B68CD}">
      <dgm:prSet/>
      <dgm:spPr/>
      <dgm:t>
        <a:bodyPr/>
        <a:lstStyle/>
        <a:p>
          <a:endParaRPr lang="en-US"/>
        </a:p>
      </dgm:t>
    </dgm:pt>
    <dgm:pt modelId="{D82F0915-2711-47A7-9610-AE39F0E56658}" type="pres">
      <dgm:prSet presAssocID="{1FE228C0-2610-465B-AAF8-595A4CE8B675}" presName="root" presStyleCnt="0">
        <dgm:presLayoutVars>
          <dgm:dir/>
          <dgm:resizeHandles val="exact"/>
        </dgm:presLayoutVars>
      </dgm:prSet>
      <dgm:spPr/>
    </dgm:pt>
    <dgm:pt modelId="{94150E6D-AD05-4763-A130-1CA41074BBE2}" type="pres">
      <dgm:prSet presAssocID="{2058DF07-C18E-40A0-8722-924B0564068A}" presName="compNode" presStyleCnt="0"/>
      <dgm:spPr/>
    </dgm:pt>
    <dgm:pt modelId="{AD009A03-A795-4A1F-9C01-BA88F7189485}" type="pres">
      <dgm:prSet presAssocID="{2058DF07-C18E-40A0-8722-924B0564068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15CCDB2A-8BD2-449F-A5BC-837FC991FB00}" type="pres">
      <dgm:prSet presAssocID="{2058DF07-C18E-40A0-8722-924B0564068A}" presName="spaceRect" presStyleCnt="0"/>
      <dgm:spPr/>
    </dgm:pt>
    <dgm:pt modelId="{DC399C37-A3E8-4AE0-83A1-65249E45909F}" type="pres">
      <dgm:prSet presAssocID="{2058DF07-C18E-40A0-8722-924B0564068A}" presName="textRect" presStyleLbl="revTx" presStyleIdx="0" presStyleCnt="5">
        <dgm:presLayoutVars>
          <dgm:chMax val="1"/>
          <dgm:chPref val="1"/>
        </dgm:presLayoutVars>
      </dgm:prSet>
      <dgm:spPr/>
    </dgm:pt>
    <dgm:pt modelId="{D37D8779-4238-40E9-83A7-9E00C27E71DA}" type="pres">
      <dgm:prSet presAssocID="{77799792-2B31-4DE5-B50E-B9CBCE9B8AFE}" presName="sibTrans" presStyleCnt="0"/>
      <dgm:spPr/>
    </dgm:pt>
    <dgm:pt modelId="{0AD3959F-579A-4DB6-8002-046D8775F505}" type="pres">
      <dgm:prSet presAssocID="{64030E2D-CF63-4CB3-9F51-CB93490D095E}" presName="compNode" presStyleCnt="0"/>
      <dgm:spPr/>
    </dgm:pt>
    <dgm:pt modelId="{9237EFFC-3040-469D-A5BD-D8D3C54A8889}" type="pres">
      <dgm:prSet presAssocID="{64030E2D-CF63-4CB3-9F51-CB93490D095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C535371-D899-4D18-97B3-292896CDBC38}" type="pres">
      <dgm:prSet presAssocID="{64030E2D-CF63-4CB3-9F51-CB93490D095E}" presName="spaceRect" presStyleCnt="0"/>
      <dgm:spPr/>
    </dgm:pt>
    <dgm:pt modelId="{F797994A-359F-40E7-96D6-1C0797C576CD}" type="pres">
      <dgm:prSet presAssocID="{64030E2D-CF63-4CB3-9F51-CB93490D095E}" presName="textRect" presStyleLbl="revTx" presStyleIdx="1" presStyleCnt="5">
        <dgm:presLayoutVars>
          <dgm:chMax val="1"/>
          <dgm:chPref val="1"/>
        </dgm:presLayoutVars>
      </dgm:prSet>
      <dgm:spPr/>
    </dgm:pt>
    <dgm:pt modelId="{B3E45564-0A74-4A0B-8DB6-19B5E1511945}" type="pres">
      <dgm:prSet presAssocID="{E601E32B-7EDD-47B4-A485-1B8B46E27321}" presName="sibTrans" presStyleCnt="0"/>
      <dgm:spPr/>
    </dgm:pt>
    <dgm:pt modelId="{BDD8FB72-2A80-42D8-81A2-AC01BC2FC1DF}" type="pres">
      <dgm:prSet presAssocID="{D12FB6DA-D1B9-4A2E-BD16-C6019CCABF35}" presName="compNode" presStyleCnt="0"/>
      <dgm:spPr/>
    </dgm:pt>
    <dgm:pt modelId="{949AA769-C39D-453E-9259-064938560BE0}" type="pres">
      <dgm:prSet presAssocID="{D12FB6DA-D1B9-4A2E-BD16-C6019CCABF3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D3D07DC-B2A6-4165-8B8E-5986C85AAB21}" type="pres">
      <dgm:prSet presAssocID="{D12FB6DA-D1B9-4A2E-BD16-C6019CCABF35}" presName="spaceRect" presStyleCnt="0"/>
      <dgm:spPr/>
    </dgm:pt>
    <dgm:pt modelId="{CEE9AF43-60BF-4C09-A53D-EBE8B2DA8480}" type="pres">
      <dgm:prSet presAssocID="{D12FB6DA-D1B9-4A2E-BD16-C6019CCABF35}" presName="textRect" presStyleLbl="revTx" presStyleIdx="2" presStyleCnt="5">
        <dgm:presLayoutVars>
          <dgm:chMax val="1"/>
          <dgm:chPref val="1"/>
        </dgm:presLayoutVars>
      </dgm:prSet>
      <dgm:spPr/>
    </dgm:pt>
    <dgm:pt modelId="{088B12D3-4470-41F2-A25E-C847103BF2F5}" type="pres">
      <dgm:prSet presAssocID="{140317C7-1014-48D0-8F6C-B308CA338D4F}" presName="sibTrans" presStyleCnt="0"/>
      <dgm:spPr/>
    </dgm:pt>
    <dgm:pt modelId="{0B23A779-6DCA-4D5C-AC17-5E5F3574372E}" type="pres">
      <dgm:prSet presAssocID="{871CF225-D726-45FD-9E99-CA264101D5DF}" presName="compNode" presStyleCnt="0"/>
      <dgm:spPr/>
    </dgm:pt>
    <dgm:pt modelId="{B0C102AA-AB73-4375-A7AD-977D3D3857C0}" type="pres">
      <dgm:prSet presAssocID="{871CF225-D726-45FD-9E99-CA264101D5D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1331D02F-53C8-4B45-9899-8CDC1AE8032A}" type="pres">
      <dgm:prSet presAssocID="{871CF225-D726-45FD-9E99-CA264101D5DF}" presName="spaceRect" presStyleCnt="0"/>
      <dgm:spPr/>
    </dgm:pt>
    <dgm:pt modelId="{F4380E9F-862B-416B-ADD6-7AB040D8048E}" type="pres">
      <dgm:prSet presAssocID="{871CF225-D726-45FD-9E99-CA264101D5DF}" presName="textRect" presStyleLbl="revTx" presStyleIdx="3" presStyleCnt="5">
        <dgm:presLayoutVars>
          <dgm:chMax val="1"/>
          <dgm:chPref val="1"/>
        </dgm:presLayoutVars>
      </dgm:prSet>
      <dgm:spPr/>
    </dgm:pt>
    <dgm:pt modelId="{B73EA8C3-5F38-46B4-998C-5FE8F78DEDBF}" type="pres">
      <dgm:prSet presAssocID="{B54455DD-26BB-4A95-A8EE-19D342F44082}" presName="sibTrans" presStyleCnt="0"/>
      <dgm:spPr/>
    </dgm:pt>
    <dgm:pt modelId="{355265EA-5993-4091-83CB-CC0DE034A9C4}" type="pres">
      <dgm:prSet presAssocID="{7F1C9EA9-3DFE-4B3F-A1A5-9E940A9AB4E1}" presName="compNode" presStyleCnt="0"/>
      <dgm:spPr/>
    </dgm:pt>
    <dgm:pt modelId="{583EAD83-D81F-42B6-A2CA-28C244BFF0E7}" type="pres">
      <dgm:prSet presAssocID="{7F1C9EA9-3DFE-4B3F-A1A5-9E940A9AB4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39BB20E-8100-4621-9473-2CCE153BDDA0}" type="pres">
      <dgm:prSet presAssocID="{7F1C9EA9-3DFE-4B3F-A1A5-9E940A9AB4E1}" presName="spaceRect" presStyleCnt="0"/>
      <dgm:spPr/>
    </dgm:pt>
    <dgm:pt modelId="{9AA8D05A-3E82-4706-9570-1516A7EB3499}" type="pres">
      <dgm:prSet presAssocID="{7F1C9EA9-3DFE-4B3F-A1A5-9E940A9AB4E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5D4C707-4271-4905-AB0E-1EB4FFDB5C6B}" type="presOf" srcId="{1FE228C0-2610-465B-AAF8-595A4CE8B675}" destId="{D82F0915-2711-47A7-9610-AE39F0E56658}" srcOrd="0" destOrd="0" presId="urn:microsoft.com/office/officeart/2018/2/layout/IconLabelList"/>
    <dgm:cxn modelId="{5ECEF25B-A1AE-478E-AA68-851CD112C1E2}" srcId="{1FE228C0-2610-465B-AAF8-595A4CE8B675}" destId="{64030E2D-CF63-4CB3-9F51-CB93490D095E}" srcOrd="1" destOrd="0" parTransId="{1407BBC3-8040-4F95-B752-CE6DBC46D619}" sibTransId="{E601E32B-7EDD-47B4-A485-1B8B46E27321}"/>
    <dgm:cxn modelId="{08A4224E-47D7-43C6-90B8-CC8DC0A580CF}" srcId="{1FE228C0-2610-465B-AAF8-595A4CE8B675}" destId="{D12FB6DA-D1B9-4A2E-BD16-C6019CCABF35}" srcOrd="2" destOrd="0" parTransId="{4F58D0BC-9BA8-422E-84B2-D2655E09550C}" sibTransId="{140317C7-1014-48D0-8F6C-B308CA338D4F}"/>
    <dgm:cxn modelId="{5EDAE357-1618-4C71-B5AC-4E4779E016A2}" type="presOf" srcId="{7F1C9EA9-3DFE-4B3F-A1A5-9E940A9AB4E1}" destId="{9AA8D05A-3E82-4706-9570-1516A7EB3499}" srcOrd="0" destOrd="0" presId="urn:microsoft.com/office/officeart/2018/2/layout/IconLabelList"/>
    <dgm:cxn modelId="{27415581-4947-4827-A500-832EF6583252}" type="presOf" srcId="{64030E2D-CF63-4CB3-9F51-CB93490D095E}" destId="{F797994A-359F-40E7-96D6-1C0797C576CD}" srcOrd="0" destOrd="0" presId="urn:microsoft.com/office/officeart/2018/2/layout/IconLabelList"/>
    <dgm:cxn modelId="{B4676494-E45D-4EC7-96A5-44400C090E59}" type="presOf" srcId="{D12FB6DA-D1B9-4A2E-BD16-C6019CCABF35}" destId="{CEE9AF43-60BF-4C09-A53D-EBE8B2DA8480}" srcOrd="0" destOrd="0" presId="urn:microsoft.com/office/officeart/2018/2/layout/IconLabelList"/>
    <dgm:cxn modelId="{7ED02D9B-F371-43F4-84F9-8B165EB403AC}" srcId="{1FE228C0-2610-465B-AAF8-595A4CE8B675}" destId="{2058DF07-C18E-40A0-8722-924B0564068A}" srcOrd="0" destOrd="0" parTransId="{F6A3BB30-2CEB-4439-BB2F-F055243B530C}" sibTransId="{77799792-2B31-4DE5-B50E-B9CBCE9B8AFE}"/>
    <dgm:cxn modelId="{5C3FC1AD-19A0-4A29-AACC-9E635D385770}" type="presOf" srcId="{871CF225-D726-45FD-9E99-CA264101D5DF}" destId="{F4380E9F-862B-416B-ADD6-7AB040D8048E}" srcOrd="0" destOrd="0" presId="urn:microsoft.com/office/officeart/2018/2/layout/IconLabelList"/>
    <dgm:cxn modelId="{09DAD5B4-72CE-481F-A2DB-C761EE354845}" type="presOf" srcId="{2058DF07-C18E-40A0-8722-924B0564068A}" destId="{DC399C37-A3E8-4AE0-83A1-65249E45909F}" srcOrd="0" destOrd="0" presId="urn:microsoft.com/office/officeart/2018/2/layout/IconLabelList"/>
    <dgm:cxn modelId="{1A2FEBD8-4FD9-46C5-8C92-1D6D15FE62DF}" srcId="{1FE228C0-2610-465B-AAF8-595A4CE8B675}" destId="{871CF225-D726-45FD-9E99-CA264101D5DF}" srcOrd="3" destOrd="0" parTransId="{2A6CFF9D-E82A-40C1-8D9C-86FE8184B598}" sibTransId="{B54455DD-26BB-4A95-A8EE-19D342F44082}"/>
    <dgm:cxn modelId="{DBE2B4F7-21A7-487E-8F9B-D62F646B68CD}" srcId="{1FE228C0-2610-465B-AAF8-595A4CE8B675}" destId="{7F1C9EA9-3DFE-4B3F-A1A5-9E940A9AB4E1}" srcOrd="4" destOrd="0" parTransId="{D0843EE5-E5EA-46C4-9125-5AEECF4D91D8}" sibTransId="{1DCBA151-F9CD-48CD-933F-D9D7293A8052}"/>
    <dgm:cxn modelId="{ED92BE97-06C7-404E-8899-582F49D6C737}" type="presParOf" srcId="{D82F0915-2711-47A7-9610-AE39F0E56658}" destId="{94150E6D-AD05-4763-A130-1CA41074BBE2}" srcOrd="0" destOrd="0" presId="urn:microsoft.com/office/officeart/2018/2/layout/IconLabelList"/>
    <dgm:cxn modelId="{F11E07EB-3DE5-408E-BEBE-A2E730175BED}" type="presParOf" srcId="{94150E6D-AD05-4763-A130-1CA41074BBE2}" destId="{AD009A03-A795-4A1F-9C01-BA88F7189485}" srcOrd="0" destOrd="0" presId="urn:microsoft.com/office/officeart/2018/2/layout/IconLabelList"/>
    <dgm:cxn modelId="{ADAFE100-6040-40AC-ADA1-4E219A82B32D}" type="presParOf" srcId="{94150E6D-AD05-4763-A130-1CA41074BBE2}" destId="{15CCDB2A-8BD2-449F-A5BC-837FC991FB00}" srcOrd="1" destOrd="0" presId="urn:microsoft.com/office/officeart/2018/2/layout/IconLabelList"/>
    <dgm:cxn modelId="{D14E014A-5C9A-4803-8681-1760AE51BABD}" type="presParOf" srcId="{94150E6D-AD05-4763-A130-1CA41074BBE2}" destId="{DC399C37-A3E8-4AE0-83A1-65249E45909F}" srcOrd="2" destOrd="0" presId="urn:microsoft.com/office/officeart/2018/2/layout/IconLabelList"/>
    <dgm:cxn modelId="{456D2C8F-7CD7-40B2-95FA-9B0A9F738F08}" type="presParOf" srcId="{D82F0915-2711-47A7-9610-AE39F0E56658}" destId="{D37D8779-4238-40E9-83A7-9E00C27E71DA}" srcOrd="1" destOrd="0" presId="urn:microsoft.com/office/officeart/2018/2/layout/IconLabelList"/>
    <dgm:cxn modelId="{544CFE6C-7D2C-4D7D-A070-C9E52260A053}" type="presParOf" srcId="{D82F0915-2711-47A7-9610-AE39F0E56658}" destId="{0AD3959F-579A-4DB6-8002-046D8775F505}" srcOrd="2" destOrd="0" presId="urn:microsoft.com/office/officeart/2018/2/layout/IconLabelList"/>
    <dgm:cxn modelId="{B7D216CB-1C08-413A-A8ED-1CFBDC567F91}" type="presParOf" srcId="{0AD3959F-579A-4DB6-8002-046D8775F505}" destId="{9237EFFC-3040-469D-A5BD-D8D3C54A8889}" srcOrd="0" destOrd="0" presId="urn:microsoft.com/office/officeart/2018/2/layout/IconLabelList"/>
    <dgm:cxn modelId="{A7B914E7-5EFB-4DAF-AC2F-B52BA1A0C92E}" type="presParOf" srcId="{0AD3959F-579A-4DB6-8002-046D8775F505}" destId="{2C535371-D899-4D18-97B3-292896CDBC38}" srcOrd="1" destOrd="0" presId="urn:microsoft.com/office/officeart/2018/2/layout/IconLabelList"/>
    <dgm:cxn modelId="{441FA008-6192-4F58-8F92-F9EE90EB2B3B}" type="presParOf" srcId="{0AD3959F-579A-4DB6-8002-046D8775F505}" destId="{F797994A-359F-40E7-96D6-1C0797C576CD}" srcOrd="2" destOrd="0" presId="urn:microsoft.com/office/officeart/2018/2/layout/IconLabelList"/>
    <dgm:cxn modelId="{7F2A2E8D-10E8-438F-98FF-965F64F1FBF0}" type="presParOf" srcId="{D82F0915-2711-47A7-9610-AE39F0E56658}" destId="{B3E45564-0A74-4A0B-8DB6-19B5E1511945}" srcOrd="3" destOrd="0" presId="urn:microsoft.com/office/officeart/2018/2/layout/IconLabelList"/>
    <dgm:cxn modelId="{82F7B6A5-1E45-4FE4-B867-2220252DECE4}" type="presParOf" srcId="{D82F0915-2711-47A7-9610-AE39F0E56658}" destId="{BDD8FB72-2A80-42D8-81A2-AC01BC2FC1DF}" srcOrd="4" destOrd="0" presId="urn:microsoft.com/office/officeart/2018/2/layout/IconLabelList"/>
    <dgm:cxn modelId="{C9AC9F26-0E61-4393-A243-19C883B948CD}" type="presParOf" srcId="{BDD8FB72-2A80-42D8-81A2-AC01BC2FC1DF}" destId="{949AA769-C39D-453E-9259-064938560BE0}" srcOrd="0" destOrd="0" presId="urn:microsoft.com/office/officeart/2018/2/layout/IconLabelList"/>
    <dgm:cxn modelId="{89ED6C7F-F688-45CE-A8D0-11314063E751}" type="presParOf" srcId="{BDD8FB72-2A80-42D8-81A2-AC01BC2FC1DF}" destId="{5D3D07DC-B2A6-4165-8B8E-5986C85AAB21}" srcOrd="1" destOrd="0" presId="urn:microsoft.com/office/officeart/2018/2/layout/IconLabelList"/>
    <dgm:cxn modelId="{14E26F92-2CE4-493D-81BF-65D59E6E50B0}" type="presParOf" srcId="{BDD8FB72-2A80-42D8-81A2-AC01BC2FC1DF}" destId="{CEE9AF43-60BF-4C09-A53D-EBE8B2DA8480}" srcOrd="2" destOrd="0" presId="urn:microsoft.com/office/officeart/2018/2/layout/IconLabelList"/>
    <dgm:cxn modelId="{079F9140-2053-4CE7-87BC-C53C0EC05EA9}" type="presParOf" srcId="{D82F0915-2711-47A7-9610-AE39F0E56658}" destId="{088B12D3-4470-41F2-A25E-C847103BF2F5}" srcOrd="5" destOrd="0" presId="urn:microsoft.com/office/officeart/2018/2/layout/IconLabelList"/>
    <dgm:cxn modelId="{8AEAC1EF-7878-42E5-9553-2672C93688E3}" type="presParOf" srcId="{D82F0915-2711-47A7-9610-AE39F0E56658}" destId="{0B23A779-6DCA-4D5C-AC17-5E5F3574372E}" srcOrd="6" destOrd="0" presId="urn:microsoft.com/office/officeart/2018/2/layout/IconLabelList"/>
    <dgm:cxn modelId="{40EDC08D-9AFC-48DF-97F5-B2A5DF20F2DB}" type="presParOf" srcId="{0B23A779-6DCA-4D5C-AC17-5E5F3574372E}" destId="{B0C102AA-AB73-4375-A7AD-977D3D3857C0}" srcOrd="0" destOrd="0" presId="urn:microsoft.com/office/officeart/2018/2/layout/IconLabelList"/>
    <dgm:cxn modelId="{2909BC82-FA4E-4001-A97F-21BF227AD598}" type="presParOf" srcId="{0B23A779-6DCA-4D5C-AC17-5E5F3574372E}" destId="{1331D02F-53C8-4B45-9899-8CDC1AE8032A}" srcOrd="1" destOrd="0" presId="urn:microsoft.com/office/officeart/2018/2/layout/IconLabelList"/>
    <dgm:cxn modelId="{486EA20A-2E88-47F9-BBD6-2081A69FFC3A}" type="presParOf" srcId="{0B23A779-6DCA-4D5C-AC17-5E5F3574372E}" destId="{F4380E9F-862B-416B-ADD6-7AB040D8048E}" srcOrd="2" destOrd="0" presId="urn:microsoft.com/office/officeart/2018/2/layout/IconLabelList"/>
    <dgm:cxn modelId="{FD27302E-F8D4-43EF-8CDB-442640FCBA6E}" type="presParOf" srcId="{D82F0915-2711-47A7-9610-AE39F0E56658}" destId="{B73EA8C3-5F38-46B4-998C-5FE8F78DEDBF}" srcOrd="7" destOrd="0" presId="urn:microsoft.com/office/officeart/2018/2/layout/IconLabelList"/>
    <dgm:cxn modelId="{7EC8C45E-1206-48E9-97DA-7BD107FE5DD6}" type="presParOf" srcId="{D82F0915-2711-47A7-9610-AE39F0E56658}" destId="{355265EA-5993-4091-83CB-CC0DE034A9C4}" srcOrd="8" destOrd="0" presId="urn:microsoft.com/office/officeart/2018/2/layout/IconLabelList"/>
    <dgm:cxn modelId="{848AB8EE-1D5F-4AA0-8498-C6D502B8B3CE}" type="presParOf" srcId="{355265EA-5993-4091-83CB-CC0DE034A9C4}" destId="{583EAD83-D81F-42B6-A2CA-28C244BFF0E7}" srcOrd="0" destOrd="0" presId="urn:microsoft.com/office/officeart/2018/2/layout/IconLabelList"/>
    <dgm:cxn modelId="{A55F1846-26E3-4660-80B8-2C2BAA8BB4A9}" type="presParOf" srcId="{355265EA-5993-4091-83CB-CC0DE034A9C4}" destId="{639BB20E-8100-4621-9473-2CCE153BDDA0}" srcOrd="1" destOrd="0" presId="urn:microsoft.com/office/officeart/2018/2/layout/IconLabelList"/>
    <dgm:cxn modelId="{FBA93BFB-11B0-4083-A74E-8EDC91CB958C}" type="presParOf" srcId="{355265EA-5993-4091-83CB-CC0DE034A9C4}" destId="{9AA8D05A-3E82-4706-9570-1516A7EB34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CCC1EB-4762-496F-9B91-30869701A5C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CE2BC7-76CC-4323-B756-A8E964E8E4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Gradual increase in sales across the year</a:t>
          </a:r>
        </a:p>
      </dgm:t>
    </dgm:pt>
    <dgm:pt modelId="{880CA6FB-B2FB-42E3-AA58-BBA31D89EAAF}" type="parTrans" cxnId="{68A172C0-9D38-429F-B2DE-9B9C3EC94056}">
      <dgm:prSet/>
      <dgm:spPr/>
      <dgm:t>
        <a:bodyPr/>
        <a:lstStyle/>
        <a:p>
          <a:endParaRPr lang="en-US"/>
        </a:p>
      </dgm:t>
    </dgm:pt>
    <dgm:pt modelId="{DC9DBEAA-D24D-4E54-9ADE-2F63C305ECD5}" type="sibTrans" cxnId="{68A172C0-9D38-429F-B2DE-9B9C3EC940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0F9FB4-0BCB-4288-AD3E-D254C5AF4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November recorded highest sales</a:t>
          </a:r>
        </a:p>
      </dgm:t>
    </dgm:pt>
    <dgm:pt modelId="{D15AECCE-F05D-4050-9B31-A7E5A543D2C8}" type="parTrans" cxnId="{9DC61FDD-A671-4457-B6B9-B2BD3E2B9AF1}">
      <dgm:prSet/>
      <dgm:spPr/>
      <dgm:t>
        <a:bodyPr/>
        <a:lstStyle/>
        <a:p>
          <a:endParaRPr lang="en-US"/>
        </a:p>
      </dgm:t>
    </dgm:pt>
    <dgm:pt modelId="{8F6CB05E-BCFD-4519-B799-2DF44C917998}" type="sibTrans" cxnId="{9DC61FDD-A671-4457-B6B9-B2BD3E2B9A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5A5388-D1BE-4DA1-A26A-D6E19FFA9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February recorded lowest sales</a:t>
          </a:r>
        </a:p>
      </dgm:t>
    </dgm:pt>
    <dgm:pt modelId="{B6C9312C-FCC8-4D4D-BE86-859D0DFAC20B}" type="parTrans" cxnId="{501CD61C-C796-47C5-A1E5-FB9D5E8A88AB}">
      <dgm:prSet/>
      <dgm:spPr/>
      <dgm:t>
        <a:bodyPr/>
        <a:lstStyle/>
        <a:p>
          <a:endParaRPr lang="en-US"/>
        </a:p>
      </dgm:t>
    </dgm:pt>
    <dgm:pt modelId="{9B159459-0A33-427D-8477-D8C252B0738F}" type="sibTrans" cxnId="{501CD61C-C796-47C5-A1E5-FB9D5E8A88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6D3626-2F3E-484D-916E-691335F3E1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seasonal influence on performance</a:t>
          </a:r>
        </a:p>
      </dgm:t>
    </dgm:pt>
    <dgm:pt modelId="{F0E2EC73-D240-4BB3-AF3E-8AF4820A7FCC}" type="parTrans" cxnId="{99A4A005-2644-4796-85A9-91B378625D69}">
      <dgm:prSet/>
      <dgm:spPr/>
      <dgm:t>
        <a:bodyPr/>
        <a:lstStyle/>
        <a:p>
          <a:endParaRPr lang="en-US"/>
        </a:p>
      </dgm:t>
    </dgm:pt>
    <dgm:pt modelId="{17AC446D-04D5-446B-842D-FAD71BE6600A}" type="sibTrans" cxnId="{99A4A005-2644-4796-85A9-91B378625D69}">
      <dgm:prSet/>
      <dgm:spPr/>
      <dgm:t>
        <a:bodyPr/>
        <a:lstStyle/>
        <a:p>
          <a:endParaRPr lang="en-US"/>
        </a:p>
      </dgm:t>
    </dgm:pt>
    <dgm:pt modelId="{05F271D7-4423-4A9A-9633-6DE7F50779AE}" type="pres">
      <dgm:prSet presAssocID="{E9CCC1EB-4762-496F-9B91-30869701A5C9}" presName="root" presStyleCnt="0">
        <dgm:presLayoutVars>
          <dgm:dir/>
          <dgm:resizeHandles val="exact"/>
        </dgm:presLayoutVars>
      </dgm:prSet>
      <dgm:spPr/>
    </dgm:pt>
    <dgm:pt modelId="{5406D294-D0CE-4D8D-A841-1A9B9D96EEFB}" type="pres">
      <dgm:prSet presAssocID="{E9CCC1EB-4762-496F-9B91-30869701A5C9}" presName="container" presStyleCnt="0">
        <dgm:presLayoutVars>
          <dgm:dir/>
          <dgm:resizeHandles val="exact"/>
        </dgm:presLayoutVars>
      </dgm:prSet>
      <dgm:spPr/>
    </dgm:pt>
    <dgm:pt modelId="{B39F39A3-54A5-4DAB-A4AD-03C675AFAD1E}" type="pres">
      <dgm:prSet presAssocID="{84CE2BC7-76CC-4323-B756-A8E964E8E401}" presName="compNode" presStyleCnt="0"/>
      <dgm:spPr/>
    </dgm:pt>
    <dgm:pt modelId="{BE61AC1A-D9D8-4A9B-B1CD-3D524C006CDF}" type="pres">
      <dgm:prSet presAssocID="{84CE2BC7-76CC-4323-B756-A8E964E8E401}" presName="iconBgRect" presStyleLbl="bgShp" presStyleIdx="0" presStyleCnt="4"/>
      <dgm:spPr/>
    </dgm:pt>
    <dgm:pt modelId="{903907CB-3CA3-4860-8FE4-262A703A53D0}" type="pres">
      <dgm:prSet presAssocID="{84CE2BC7-76CC-4323-B756-A8E964E8E4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5C240E1-82E8-4CE9-BE8E-4B5F7FF65D53}" type="pres">
      <dgm:prSet presAssocID="{84CE2BC7-76CC-4323-B756-A8E964E8E401}" presName="spaceRect" presStyleCnt="0"/>
      <dgm:spPr/>
    </dgm:pt>
    <dgm:pt modelId="{086D0595-DBD2-4788-B7DA-BF85484F4A64}" type="pres">
      <dgm:prSet presAssocID="{84CE2BC7-76CC-4323-B756-A8E964E8E401}" presName="textRect" presStyleLbl="revTx" presStyleIdx="0" presStyleCnt="4">
        <dgm:presLayoutVars>
          <dgm:chMax val="1"/>
          <dgm:chPref val="1"/>
        </dgm:presLayoutVars>
      </dgm:prSet>
      <dgm:spPr/>
    </dgm:pt>
    <dgm:pt modelId="{5EF64CD3-0115-48BE-9922-A74F4F8E17D8}" type="pres">
      <dgm:prSet presAssocID="{DC9DBEAA-D24D-4E54-9ADE-2F63C305ECD5}" presName="sibTrans" presStyleLbl="sibTrans2D1" presStyleIdx="0" presStyleCnt="0"/>
      <dgm:spPr/>
    </dgm:pt>
    <dgm:pt modelId="{5BDE7114-AA1C-475F-AB8A-FABEBB573480}" type="pres">
      <dgm:prSet presAssocID="{DB0F9FB4-0BCB-4288-AD3E-D254C5AF4533}" presName="compNode" presStyleCnt="0"/>
      <dgm:spPr/>
    </dgm:pt>
    <dgm:pt modelId="{E3C05768-F235-4D51-BFE5-7D69E110C264}" type="pres">
      <dgm:prSet presAssocID="{DB0F9FB4-0BCB-4288-AD3E-D254C5AF4533}" presName="iconBgRect" presStyleLbl="bgShp" presStyleIdx="1" presStyleCnt="4"/>
      <dgm:spPr/>
    </dgm:pt>
    <dgm:pt modelId="{20EEAB41-564A-43A5-8F5C-53E60FB126AF}" type="pres">
      <dgm:prSet presAssocID="{DB0F9FB4-0BCB-4288-AD3E-D254C5AF45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2374193-D089-44A6-8EFF-A3A5910C077B}" type="pres">
      <dgm:prSet presAssocID="{DB0F9FB4-0BCB-4288-AD3E-D254C5AF4533}" presName="spaceRect" presStyleCnt="0"/>
      <dgm:spPr/>
    </dgm:pt>
    <dgm:pt modelId="{C40E0631-8BDB-4321-9FFA-925A9084EDE2}" type="pres">
      <dgm:prSet presAssocID="{DB0F9FB4-0BCB-4288-AD3E-D254C5AF4533}" presName="textRect" presStyleLbl="revTx" presStyleIdx="1" presStyleCnt="4">
        <dgm:presLayoutVars>
          <dgm:chMax val="1"/>
          <dgm:chPref val="1"/>
        </dgm:presLayoutVars>
      </dgm:prSet>
      <dgm:spPr/>
    </dgm:pt>
    <dgm:pt modelId="{80F011BC-12D5-43F5-89DD-3C6D587086B4}" type="pres">
      <dgm:prSet presAssocID="{8F6CB05E-BCFD-4519-B799-2DF44C917998}" presName="sibTrans" presStyleLbl="sibTrans2D1" presStyleIdx="0" presStyleCnt="0"/>
      <dgm:spPr/>
    </dgm:pt>
    <dgm:pt modelId="{39CE1B1E-0232-4797-88C6-83BD3580EDE2}" type="pres">
      <dgm:prSet presAssocID="{F15A5388-D1BE-4DA1-A26A-D6E19FFA9BED}" presName="compNode" presStyleCnt="0"/>
      <dgm:spPr/>
    </dgm:pt>
    <dgm:pt modelId="{CD2157B3-018D-4701-B8AB-0CF85405F094}" type="pres">
      <dgm:prSet presAssocID="{F15A5388-D1BE-4DA1-A26A-D6E19FFA9BED}" presName="iconBgRect" presStyleLbl="bgShp" presStyleIdx="2" presStyleCnt="4"/>
      <dgm:spPr/>
    </dgm:pt>
    <dgm:pt modelId="{841BE98D-FC44-4E68-B0F5-B03E8ABAE755}" type="pres">
      <dgm:prSet presAssocID="{F15A5388-D1BE-4DA1-A26A-D6E19FFA9B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0F6E75B-04A7-44EC-B0F3-BEC8DEA3B009}" type="pres">
      <dgm:prSet presAssocID="{F15A5388-D1BE-4DA1-A26A-D6E19FFA9BED}" presName="spaceRect" presStyleCnt="0"/>
      <dgm:spPr/>
    </dgm:pt>
    <dgm:pt modelId="{EF30B37C-5124-41C6-A95E-81A4B343B302}" type="pres">
      <dgm:prSet presAssocID="{F15A5388-D1BE-4DA1-A26A-D6E19FFA9BED}" presName="textRect" presStyleLbl="revTx" presStyleIdx="2" presStyleCnt="4">
        <dgm:presLayoutVars>
          <dgm:chMax val="1"/>
          <dgm:chPref val="1"/>
        </dgm:presLayoutVars>
      </dgm:prSet>
      <dgm:spPr/>
    </dgm:pt>
    <dgm:pt modelId="{D7A3795B-CA82-4770-9557-D15862899C40}" type="pres">
      <dgm:prSet presAssocID="{9B159459-0A33-427D-8477-D8C252B0738F}" presName="sibTrans" presStyleLbl="sibTrans2D1" presStyleIdx="0" presStyleCnt="0"/>
      <dgm:spPr/>
    </dgm:pt>
    <dgm:pt modelId="{4A21ED8A-C892-42DE-8A1F-6BD173B373DE}" type="pres">
      <dgm:prSet presAssocID="{E76D3626-2F3E-484D-916E-691335F3E1AF}" presName="compNode" presStyleCnt="0"/>
      <dgm:spPr/>
    </dgm:pt>
    <dgm:pt modelId="{401AF48B-6DB8-4E88-9EB0-FDBC4F80E383}" type="pres">
      <dgm:prSet presAssocID="{E76D3626-2F3E-484D-916E-691335F3E1AF}" presName="iconBgRect" presStyleLbl="bgShp" presStyleIdx="3" presStyleCnt="4"/>
      <dgm:spPr/>
    </dgm:pt>
    <dgm:pt modelId="{46D7256E-4D69-4AFF-A189-3D925B018B14}" type="pres">
      <dgm:prSet presAssocID="{E76D3626-2F3E-484D-916E-691335F3E1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CAFE1E0-D8DF-4A3B-89BA-24DEBD0594E8}" type="pres">
      <dgm:prSet presAssocID="{E76D3626-2F3E-484D-916E-691335F3E1AF}" presName="spaceRect" presStyleCnt="0"/>
      <dgm:spPr/>
    </dgm:pt>
    <dgm:pt modelId="{A0BEBA10-823A-4D40-8FC1-DED88D4A350F}" type="pres">
      <dgm:prSet presAssocID="{E76D3626-2F3E-484D-916E-691335F3E1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A4A005-2644-4796-85A9-91B378625D69}" srcId="{E9CCC1EB-4762-496F-9B91-30869701A5C9}" destId="{E76D3626-2F3E-484D-916E-691335F3E1AF}" srcOrd="3" destOrd="0" parTransId="{F0E2EC73-D240-4BB3-AF3E-8AF4820A7FCC}" sibTransId="{17AC446D-04D5-446B-842D-FAD71BE6600A}"/>
    <dgm:cxn modelId="{C6008709-3A7B-4CEC-859C-E4974313D013}" type="presOf" srcId="{84CE2BC7-76CC-4323-B756-A8E964E8E401}" destId="{086D0595-DBD2-4788-B7DA-BF85484F4A64}" srcOrd="0" destOrd="0" presId="urn:microsoft.com/office/officeart/2018/2/layout/IconCircleList"/>
    <dgm:cxn modelId="{2639C614-A832-4680-8D14-043203D89234}" type="presOf" srcId="{F15A5388-D1BE-4DA1-A26A-D6E19FFA9BED}" destId="{EF30B37C-5124-41C6-A95E-81A4B343B302}" srcOrd="0" destOrd="0" presId="urn:microsoft.com/office/officeart/2018/2/layout/IconCircleList"/>
    <dgm:cxn modelId="{4D7E0919-2627-487A-8AE3-8C89F7B1A6BC}" type="presOf" srcId="{E9CCC1EB-4762-496F-9B91-30869701A5C9}" destId="{05F271D7-4423-4A9A-9633-6DE7F50779AE}" srcOrd="0" destOrd="0" presId="urn:microsoft.com/office/officeart/2018/2/layout/IconCircleList"/>
    <dgm:cxn modelId="{501CD61C-C796-47C5-A1E5-FB9D5E8A88AB}" srcId="{E9CCC1EB-4762-496F-9B91-30869701A5C9}" destId="{F15A5388-D1BE-4DA1-A26A-D6E19FFA9BED}" srcOrd="2" destOrd="0" parTransId="{B6C9312C-FCC8-4D4D-BE86-859D0DFAC20B}" sibTransId="{9B159459-0A33-427D-8477-D8C252B0738F}"/>
    <dgm:cxn modelId="{FEAA6325-8276-4C51-BA21-EDB0C9433B33}" type="presOf" srcId="{DC9DBEAA-D24D-4E54-9ADE-2F63C305ECD5}" destId="{5EF64CD3-0115-48BE-9922-A74F4F8E17D8}" srcOrd="0" destOrd="0" presId="urn:microsoft.com/office/officeart/2018/2/layout/IconCircleList"/>
    <dgm:cxn modelId="{6004CA37-D69B-4B69-BE71-808021EABB6F}" type="presOf" srcId="{E76D3626-2F3E-484D-916E-691335F3E1AF}" destId="{A0BEBA10-823A-4D40-8FC1-DED88D4A350F}" srcOrd="0" destOrd="0" presId="urn:microsoft.com/office/officeart/2018/2/layout/IconCircleList"/>
    <dgm:cxn modelId="{9F9B1B3A-B843-42CD-A45C-325A0A921A22}" type="presOf" srcId="{9B159459-0A33-427D-8477-D8C252B0738F}" destId="{D7A3795B-CA82-4770-9557-D15862899C40}" srcOrd="0" destOrd="0" presId="urn:microsoft.com/office/officeart/2018/2/layout/IconCircleList"/>
    <dgm:cxn modelId="{E18D4D44-C8BC-4C23-A0DA-0C7E992FBF2E}" type="presOf" srcId="{8F6CB05E-BCFD-4519-B799-2DF44C917998}" destId="{80F011BC-12D5-43F5-89DD-3C6D587086B4}" srcOrd="0" destOrd="0" presId="urn:microsoft.com/office/officeart/2018/2/layout/IconCircleList"/>
    <dgm:cxn modelId="{68A172C0-9D38-429F-B2DE-9B9C3EC94056}" srcId="{E9CCC1EB-4762-496F-9B91-30869701A5C9}" destId="{84CE2BC7-76CC-4323-B756-A8E964E8E401}" srcOrd="0" destOrd="0" parTransId="{880CA6FB-B2FB-42E3-AA58-BBA31D89EAAF}" sibTransId="{DC9DBEAA-D24D-4E54-9ADE-2F63C305ECD5}"/>
    <dgm:cxn modelId="{5DBD92C1-2A92-4581-90B2-18C8E147E6F2}" type="presOf" srcId="{DB0F9FB4-0BCB-4288-AD3E-D254C5AF4533}" destId="{C40E0631-8BDB-4321-9FFA-925A9084EDE2}" srcOrd="0" destOrd="0" presId="urn:microsoft.com/office/officeart/2018/2/layout/IconCircleList"/>
    <dgm:cxn modelId="{9DC61FDD-A671-4457-B6B9-B2BD3E2B9AF1}" srcId="{E9CCC1EB-4762-496F-9B91-30869701A5C9}" destId="{DB0F9FB4-0BCB-4288-AD3E-D254C5AF4533}" srcOrd="1" destOrd="0" parTransId="{D15AECCE-F05D-4050-9B31-A7E5A543D2C8}" sibTransId="{8F6CB05E-BCFD-4519-B799-2DF44C917998}"/>
    <dgm:cxn modelId="{05325707-BE43-4935-9F8F-A33F8407A55C}" type="presParOf" srcId="{05F271D7-4423-4A9A-9633-6DE7F50779AE}" destId="{5406D294-D0CE-4D8D-A841-1A9B9D96EEFB}" srcOrd="0" destOrd="0" presId="urn:microsoft.com/office/officeart/2018/2/layout/IconCircleList"/>
    <dgm:cxn modelId="{323CE4E1-AC3F-41EB-BFFB-C4DB5763E03C}" type="presParOf" srcId="{5406D294-D0CE-4D8D-A841-1A9B9D96EEFB}" destId="{B39F39A3-54A5-4DAB-A4AD-03C675AFAD1E}" srcOrd="0" destOrd="0" presId="urn:microsoft.com/office/officeart/2018/2/layout/IconCircleList"/>
    <dgm:cxn modelId="{64334531-9CAB-4713-9DC8-D981F77BBF77}" type="presParOf" srcId="{B39F39A3-54A5-4DAB-A4AD-03C675AFAD1E}" destId="{BE61AC1A-D9D8-4A9B-B1CD-3D524C006CDF}" srcOrd="0" destOrd="0" presId="urn:microsoft.com/office/officeart/2018/2/layout/IconCircleList"/>
    <dgm:cxn modelId="{C2745357-FFDF-4D5A-B227-F90EEB7F67D7}" type="presParOf" srcId="{B39F39A3-54A5-4DAB-A4AD-03C675AFAD1E}" destId="{903907CB-3CA3-4860-8FE4-262A703A53D0}" srcOrd="1" destOrd="0" presId="urn:microsoft.com/office/officeart/2018/2/layout/IconCircleList"/>
    <dgm:cxn modelId="{10FFFA61-B124-4C99-AA85-3547F1DE115C}" type="presParOf" srcId="{B39F39A3-54A5-4DAB-A4AD-03C675AFAD1E}" destId="{75C240E1-82E8-4CE9-BE8E-4B5F7FF65D53}" srcOrd="2" destOrd="0" presId="urn:microsoft.com/office/officeart/2018/2/layout/IconCircleList"/>
    <dgm:cxn modelId="{D91CF7A7-5A31-495D-8FEA-D358E048C548}" type="presParOf" srcId="{B39F39A3-54A5-4DAB-A4AD-03C675AFAD1E}" destId="{086D0595-DBD2-4788-B7DA-BF85484F4A64}" srcOrd="3" destOrd="0" presId="urn:microsoft.com/office/officeart/2018/2/layout/IconCircleList"/>
    <dgm:cxn modelId="{B8D98D4C-CB4B-4307-BABD-329A3769059A}" type="presParOf" srcId="{5406D294-D0CE-4D8D-A841-1A9B9D96EEFB}" destId="{5EF64CD3-0115-48BE-9922-A74F4F8E17D8}" srcOrd="1" destOrd="0" presId="urn:microsoft.com/office/officeart/2018/2/layout/IconCircleList"/>
    <dgm:cxn modelId="{CD79C543-FD62-4244-8E1E-C7DB1AC25A08}" type="presParOf" srcId="{5406D294-D0CE-4D8D-A841-1A9B9D96EEFB}" destId="{5BDE7114-AA1C-475F-AB8A-FABEBB573480}" srcOrd="2" destOrd="0" presId="urn:microsoft.com/office/officeart/2018/2/layout/IconCircleList"/>
    <dgm:cxn modelId="{CD45F8CF-0826-4B9E-94C7-85851997B721}" type="presParOf" srcId="{5BDE7114-AA1C-475F-AB8A-FABEBB573480}" destId="{E3C05768-F235-4D51-BFE5-7D69E110C264}" srcOrd="0" destOrd="0" presId="urn:microsoft.com/office/officeart/2018/2/layout/IconCircleList"/>
    <dgm:cxn modelId="{D74FB842-45F8-411D-9039-DA7961653F91}" type="presParOf" srcId="{5BDE7114-AA1C-475F-AB8A-FABEBB573480}" destId="{20EEAB41-564A-43A5-8F5C-53E60FB126AF}" srcOrd="1" destOrd="0" presId="urn:microsoft.com/office/officeart/2018/2/layout/IconCircleList"/>
    <dgm:cxn modelId="{20FAD47E-D647-46DE-A843-6DAC4CBF1377}" type="presParOf" srcId="{5BDE7114-AA1C-475F-AB8A-FABEBB573480}" destId="{D2374193-D089-44A6-8EFF-A3A5910C077B}" srcOrd="2" destOrd="0" presId="urn:microsoft.com/office/officeart/2018/2/layout/IconCircleList"/>
    <dgm:cxn modelId="{9FEE6FCF-45A2-42AC-BE1E-FB69FF076940}" type="presParOf" srcId="{5BDE7114-AA1C-475F-AB8A-FABEBB573480}" destId="{C40E0631-8BDB-4321-9FFA-925A9084EDE2}" srcOrd="3" destOrd="0" presId="urn:microsoft.com/office/officeart/2018/2/layout/IconCircleList"/>
    <dgm:cxn modelId="{0CC8B4EF-99CC-44E0-80E5-24ADFB59DB48}" type="presParOf" srcId="{5406D294-D0CE-4D8D-A841-1A9B9D96EEFB}" destId="{80F011BC-12D5-43F5-89DD-3C6D587086B4}" srcOrd="3" destOrd="0" presId="urn:microsoft.com/office/officeart/2018/2/layout/IconCircleList"/>
    <dgm:cxn modelId="{96223DB7-871D-4BDA-98EF-80BD0B8C1A32}" type="presParOf" srcId="{5406D294-D0CE-4D8D-A841-1A9B9D96EEFB}" destId="{39CE1B1E-0232-4797-88C6-83BD3580EDE2}" srcOrd="4" destOrd="0" presId="urn:microsoft.com/office/officeart/2018/2/layout/IconCircleList"/>
    <dgm:cxn modelId="{6692FA26-5F5A-4049-9676-BBFAD1C09259}" type="presParOf" srcId="{39CE1B1E-0232-4797-88C6-83BD3580EDE2}" destId="{CD2157B3-018D-4701-B8AB-0CF85405F094}" srcOrd="0" destOrd="0" presId="urn:microsoft.com/office/officeart/2018/2/layout/IconCircleList"/>
    <dgm:cxn modelId="{EFE9BAC4-D8B0-4DA8-A154-86AA965ECFEB}" type="presParOf" srcId="{39CE1B1E-0232-4797-88C6-83BD3580EDE2}" destId="{841BE98D-FC44-4E68-B0F5-B03E8ABAE755}" srcOrd="1" destOrd="0" presId="urn:microsoft.com/office/officeart/2018/2/layout/IconCircleList"/>
    <dgm:cxn modelId="{0CBC407D-DE57-425C-B4CD-56B2263E7BB2}" type="presParOf" srcId="{39CE1B1E-0232-4797-88C6-83BD3580EDE2}" destId="{E0F6E75B-04A7-44EC-B0F3-BEC8DEA3B009}" srcOrd="2" destOrd="0" presId="urn:microsoft.com/office/officeart/2018/2/layout/IconCircleList"/>
    <dgm:cxn modelId="{7A5B16A8-D483-4E6F-B97E-44ACDDCE6E8C}" type="presParOf" srcId="{39CE1B1E-0232-4797-88C6-83BD3580EDE2}" destId="{EF30B37C-5124-41C6-A95E-81A4B343B302}" srcOrd="3" destOrd="0" presId="urn:microsoft.com/office/officeart/2018/2/layout/IconCircleList"/>
    <dgm:cxn modelId="{CBC74AE0-79C2-4CE4-9F35-27576C99F239}" type="presParOf" srcId="{5406D294-D0CE-4D8D-A841-1A9B9D96EEFB}" destId="{D7A3795B-CA82-4770-9557-D15862899C40}" srcOrd="5" destOrd="0" presId="urn:microsoft.com/office/officeart/2018/2/layout/IconCircleList"/>
    <dgm:cxn modelId="{BD4C3B83-D789-4E45-9BB5-225F4520DEF2}" type="presParOf" srcId="{5406D294-D0CE-4D8D-A841-1A9B9D96EEFB}" destId="{4A21ED8A-C892-42DE-8A1F-6BD173B373DE}" srcOrd="6" destOrd="0" presId="urn:microsoft.com/office/officeart/2018/2/layout/IconCircleList"/>
    <dgm:cxn modelId="{C47C3A1B-6F9E-4EDA-9F3E-2D62E32715AB}" type="presParOf" srcId="{4A21ED8A-C892-42DE-8A1F-6BD173B373DE}" destId="{401AF48B-6DB8-4E88-9EB0-FDBC4F80E383}" srcOrd="0" destOrd="0" presId="urn:microsoft.com/office/officeart/2018/2/layout/IconCircleList"/>
    <dgm:cxn modelId="{A826BA2E-C880-41E1-909F-B387AD5AABF5}" type="presParOf" srcId="{4A21ED8A-C892-42DE-8A1F-6BD173B373DE}" destId="{46D7256E-4D69-4AFF-A189-3D925B018B14}" srcOrd="1" destOrd="0" presId="urn:microsoft.com/office/officeart/2018/2/layout/IconCircleList"/>
    <dgm:cxn modelId="{74FB3B33-7C63-4C76-9572-1EB540EC2DA2}" type="presParOf" srcId="{4A21ED8A-C892-42DE-8A1F-6BD173B373DE}" destId="{2CAFE1E0-D8DF-4A3B-89BA-24DEBD0594E8}" srcOrd="2" destOrd="0" presId="urn:microsoft.com/office/officeart/2018/2/layout/IconCircleList"/>
    <dgm:cxn modelId="{B10CC588-55F4-4192-97CC-CB610F16F6A5}" type="presParOf" srcId="{4A21ED8A-C892-42DE-8A1F-6BD173B373DE}" destId="{A0BEBA10-823A-4D40-8FC1-DED88D4A350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F427BE-D90E-41EC-9745-BAF6C6852AE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825D9B-2D5A-42BB-8106-EA1D9FF6EB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concentrated among top-performing brands</a:t>
          </a:r>
        </a:p>
      </dgm:t>
    </dgm:pt>
    <dgm:pt modelId="{32A957A4-B5CE-48B1-9FCA-32CAD938FEC5}" type="parTrans" cxnId="{DCD5659D-E549-40C6-9B92-5279F179CFC8}">
      <dgm:prSet/>
      <dgm:spPr/>
      <dgm:t>
        <a:bodyPr/>
        <a:lstStyle/>
        <a:p>
          <a:endParaRPr lang="en-US"/>
        </a:p>
      </dgm:t>
    </dgm:pt>
    <dgm:pt modelId="{5BB0659B-C52A-4453-AD05-D953763A6F2F}" type="sibTrans" cxnId="{DCD5659D-E549-40C6-9B92-5279F179CF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AA2BD3-27B0-4B8E-B501-8C8020E580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 gap between leading and lower-tier brands</a:t>
          </a:r>
        </a:p>
      </dgm:t>
    </dgm:pt>
    <dgm:pt modelId="{EB5F85C3-9616-4439-B0A2-5FC34DDB507A}" type="parTrans" cxnId="{88E4FFC1-7E10-417D-B46D-2E0AF9F28FE7}">
      <dgm:prSet/>
      <dgm:spPr/>
      <dgm:t>
        <a:bodyPr/>
        <a:lstStyle/>
        <a:p>
          <a:endParaRPr lang="en-US"/>
        </a:p>
      </dgm:t>
    </dgm:pt>
    <dgm:pt modelId="{76B9F6E9-6A64-4283-BC04-0AA87A1206E6}" type="sibTrans" cxnId="{88E4FFC1-7E10-417D-B46D-2E0AF9F28F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9FEAEA-C65C-4882-AFEE-801D84A8D3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Risk of over-reliance on few brands</a:t>
          </a:r>
        </a:p>
      </dgm:t>
    </dgm:pt>
    <dgm:pt modelId="{D499A1A2-7A71-4EA5-A815-DBF5F996D516}" type="parTrans" cxnId="{2B62AF45-E8A1-4EB6-AD9D-9E21D41271C4}">
      <dgm:prSet/>
      <dgm:spPr/>
      <dgm:t>
        <a:bodyPr/>
        <a:lstStyle/>
        <a:p>
          <a:endParaRPr lang="en-US"/>
        </a:p>
      </dgm:t>
    </dgm:pt>
    <dgm:pt modelId="{E8E3CAA4-BEC6-4985-9C03-07B5F3A78DEA}" type="sibTrans" cxnId="{2B62AF45-E8A1-4EB6-AD9D-9E21D41271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A18D14-48D8-41ED-ADE0-B4075C4B3D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Opportunity to strengthen underperforming brands</a:t>
          </a:r>
        </a:p>
      </dgm:t>
    </dgm:pt>
    <dgm:pt modelId="{D8B5B0F5-7183-4E7C-89A3-F2DD1DF322C1}" type="parTrans" cxnId="{7C0B90EC-8A7D-4D9E-8B64-3BEF14DB4C2B}">
      <dgm:prSet/>
      <dgm:spPr/>
      <dgm:t>
        <a:bodyPr/>
        <a:lstStyle/>
        <a:p>
          <a:endParaRPr lang="en-US"/>
        </a:p>
      </dgm:t>
    </dgm:pt>
    <dgm:pt modelId="{122B90B0-C955-4544-BC7B-DE217890B53D}" type="sibTrans" cxnId="{7C0B90EC-8A7D-4D9E-8B64-3BEF14DB4C2B}">
      <dgm:prSet/>
      <dgm:spPr/>
      <dgm:t>
        <a:bodyPr/>
        <a:lstStyle/>
        <a:p>
          <a:endParaRPr lang="en-US"/>
        </a:p>
      </dgm:t>
    </dgm:pt>
    <dgm:pt modelId="{B47F9B73-857F-40D8-8342-9493E1E6FF37}" type="pres">
      <dgm:prSet presAssocID="{E1F427BE-D90E-41EC-9745-BAF6C6852AE4}" presName="root" presStyleCnt="0">
        <dgm:presLayoutVars>
          <dgm:dir/>
          <dgm:resizeHandles val="exact"/>
        </dgm:presLayoutVars>
      </dgm:prSet>
      <dgm:spPr/>
    </dgm:pt>
    <dgm:pt modelId="{A9E99A04-F853-49B1-9DB5-F34522BEF139}" type="pres">
      <dgm:prSet presAssocID="{E1F427BE-D90E-41EC-9745-BAF6C6852AE4}" presName="container" presStyleCnt="0">
        <dgm:presLayoutVars>
          <dgm:dir/>
          <dgm:resizeHandles val="exact"/>
        </dgm:presLayoutVars>
      </dgm:prSet>
      <dgm:spPr/>
    </dgm:pt>
    <dgm:pt modelId="{F69A78B4-90D2-4197-890E-6EE01A3964CD}" type="pres">
      <dgm:prSet presAssocID="{BD825D9B-2D5A-42BB-8106-EA1D9FF6EB05}" presName="compNode" presStyleCnt="0"/>
      <dgm:spPr/>
    </dgm:pt>
    <dgm:pt modelId="{91234260-1D94-47C6-852B-76D35DB3B7DC}" type="pres">
      <dgm:prSet presAssocID="{BD825D9B-2D5A-42BB-8106-EA1D9FF6EB05}" presName="iconBgRect" presStyleLbl="bgShp" presStyleIdx="0" presStyleCnt="4"/>
      <dgm:spPr/>
    </dgm:pt>
    <dgm:pt modelId="{AF944813-AF90-435C-8365-C37D183B5DC7}" type="pres">
      <dgm:prSet presAssocID="{BD825D9B-2D5A-42BB-8106-EA1D9FF6EB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AD72C99-2EC3-4F5F-A190-ED36B57E870C}" type="pres">
      <dgm:prSet presAssocID="{BD825D9B-2D5A-42BB-8106-EA1D9FF6EB05}" presName="spaceRect" presStyleCnt="0"/>
      <dgm:spPr/>
    </dgm:pt>
    <dgm:pt modelId="{203D2064-8B00-4738-8154-DC1881035ABC}" type="pres">
      <dgm:prSet presAssocID="{BD825D9B-2D5A-42BB-8106-EA1D9FF6EB05}" presName="textRect" presStyleLbl="revTx" presStyleIdx="0" presStyleCnt="4">
        <dgm:presLayoutVars>
          <dgm:chMax val="1"/>
          <dgm:chPref val="1"/>
        </dgm:presLayoutVars>
      </dgm:prSet>
      <dgm:spPr/>
    </dgm:pt>
    <dgm:pt modelId="{C3F4D328-2EE9-47C3-A7BB-6F002E85CAF0}" type="pres">
      <dgm:prSet presAssocID="{5BB0659B-C52A-4453-AD05-D953763A6F2F}" presName="sibTrans" presStyleLbl="sibTrans2D1" presStyleIdx="0" presStyleCnt="0"/>
      <dgm:spPr/>
    </dgm:pt>
    <dgm:pt modelId="{64D26EA5-CD9F-4ECA-8E97-41340F757A9B}" type="pres">
      <dgm:prSet presAssocID="{B2AA2BD3-27B0-4B8E-B501-8C8020E580F5}" presName="compNode" presStyleCnt="0"/>
      <dgm:spPr/>
    </dgm:pt>
    <dgm:pt modelId="{456A4352-315C-4601-BDC3-B91C92C46C0A}" type="pres">
      <dgm:prSet presAssocID="{B2AA2BD3-27B0-4B8E-B501-8C8020E580F5}" presName="iconBgRect" presStyleLbl="bgShp" presStyleIdx="1" presStyleCnt="4"/>
      <dgm:spPr/>
    </dgm:pt>
    <dgm:pt modelId="{8167587E-2737-49C2-BD65-AA17F4BDD2C2}" type="pres">
      <dgm:prSet presAssocID="{B2AA2BD3-27B0-4B8E-B501-8C8020E580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41274B55-D2E8-49F1-ACA9-31C5BA37E0CF}" type="pres">
      <dgm:prSet presAssocID="{B2AA2BD3-27B0-4B8E-B501-8C8020E580F5}" presName="spaceRect" presStyleCnt="0"/>
      <dgm:spPr/>
    </dgm:pt>
    <dgm:pt modelId="{DEFEE113-4BE1-4FAB-917E-2EBF298DDFB3}" type="pres">
      <dgm:prSet presAssocID="{B2AA2BD3-27B0-4B8E-B501-8C8020E580F5}" presName="textRect" presStyleLbl="revTx" presStyleIdx="1" presStyleCnt="4">
        <dgm:presLayoutVars>
          <dgm:chMax val="1"/>
          <dgm:chPref val="1"/>
        </dgm:presLayoutVars>
      </dgm:prSet>
      <dgm:spPr/>
    </dgm:pt>
    <dgm:pt modelId="{4C43613E-ED16-4E0A-B99C-D6840FB8CED3}" type="pres">
      <dgm:prSet presAssocID="{76B9F6E9-6A64-4283-BC04-0AA87A1206E6}" presName="sibTrans" presStyleLbl="sibTrans2D1" presStyleIdx="0" presStyleCnt="0"/>
      <dgm:spPr/>
    </dgm:pt>
    <dgm:pt modelId="{293E6EBD-0CD3-440D-92C9-03A2209D5CE6}" type="pres">
      <dgm:prSet presAssocID="{D19FEAEA-C65C-4882-AFEE-801D84A8D3DF}" presName="compNode" presStyleCnt="0"/>
      <dgm:spPr/>
    </dgm:pt>
    <dgm:pt modelId="{94493A7E-B2CA-41D8-97AC-B1487BCEABF4}" type="pres">
      <dgm:prSet presAssocID="{D19FEAEA-C65C-4882-AFEE-801D84A8D3DF}" presName="iconBgRect" presStyleLbl="bgShp" presStyleIdx="2" presStyleCnt="4"/>
      <dgm:spPr/>
    </dgm:pt>
    <dgm:pt modelId="{2322BB83-170D-4094-9D7F-27434BFD3197}" type="pres">
      <dgm:prSet presAssocID="{D19FEAEA-C65C-4882-AFEE-801D84A8D3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cone"/>
        </a:ext>
      </dgm:extLst>
    </dgm:pt>
    <dgm:pt modelId="{EE33DD89-2565-4525-87AA-5667FB82C777}" type="pres">
      <dgm:prSet presAssocID="{D19FEAEA-C65C-4882-AFEE-801D84A8D3DF}" presName="spaceRect" presStyleCnt="0"/>
      <dgm:spPr/>
    </dgm:pt>
    <dgm:pt modelId="{9680A52A-5FCD-42C3-B861-55B115754BA1}" type="pres">
      <dgm:prSet presAssocID="{D19FEAEA-C65C-4882-AFEE-801D84A8D3DF}" presName="textRect" presStyleLbl="revTx" presStyleIdx="2" presStyleCnt="4">
        <dgm:presLayoutVars>
          <dgm:chMax val="1"/>
          <dgm:chPref val="1"/>
        </dgm:presLayoutVars>
      </dgm:prSet>
      <dgm:spPr/>
    </dgm:pt>
    <dgm:pt modelId="{7FBD09CC-DD66-4B68-854E-4A66C4C1B751}" type="pres">
      <dgm:prSet presAssocID="{E8E3CAA4-BEC6-4985-9C03-07B5F3A78DEA}" presName="sibTrans" presStyleLbl="sibTrans2D1" presStyleIdx="0" presStyleCnt="0"/>
      <dgm:spPr/>
    </dgm:pt>
    <dgm:pt modelId="{6BC431F6-B440-4171-8F74-59419A125557}" type="pres">
      <dgm:prSet presAssocID="{00A18D14-48D8-41ED-ADE0-B4075C4B3D3C}" presName="compNode" presStyleCnt="0"/>
      <dgm:spPr/>
    </dgm:pt>
    <dgm:pt modelId="{997CEAA8-1837-456A-B222-C13E44D54A1A}" type="pres">
      <dgm:prSet presAssocID="{00A18D14-48D8-41ED-ADE0-B4075C4B3D3C}" presName="iconBgRect" presStyleLbl="bgShp" presStyleIdx="3" presStyleCnt="4"/>
      <dgm:spPr/>
    </dgm:pt>
    <dgm:pt modelId="{4BA9BB1F-F571-4DBA-89C1-A582FC14FFBF}" type="pres">
      <dgm:prSet presAssocID="{00A18D14-48D8-41ED-ADE0-B4075C4B3D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ABBA201-1A44-410E-97A8-6FD2AC08F857}" type="pres">
      <dgm:prSet presAssocID="{00A18D14-48D8-41ED-ADE0-B4075C4B3D3C}" presName="spaceRect" presStyleCnt="0"/>
      <dgm:spPr/>
    </dgm:pt>
    <dgm:pt modelId="{A45773FC-BF7B-4DE5-AE9A-E851DC1BBB7A}" type="pres">
      <dgm:prSet presAssocID="{00A18D14-48D8-41ED-ADE0-B4075C4B3D3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D6AC12-0467-42FE-BB18-81284B9CFF20}" type="presOf" srcId="{E8E3CAA4-BEC6-4985-9C03-07B5F3A78DEA}" destId="{7FBD09CC-DD66-4B68-854E-4A66C4C1B751}" srcOrd="0" destOrd="0" presId="urn:microsoft.com/office/officeart/2018/2/layout/IconCircleList"/>
    <dgm:cxn modelId="{2B62AF45-E8A1-4EB6-AD9D-9E21D41271C4}" srcId="{E1F427BE-D90E-41EC-9745-BAF6C6852AE4}" destId="{D19FEAEA-C65C-4882-AFEE-801D84A8D3DF}" srcOrd="2" destOrd="0" parTransId="{D499A1A2-7A71-4EA5-A815-DBF5F996D516}" sibTransId="{E8E3CAA4-BEC6-4985-9C03-07B5F3A78DEA}"/>
    <dgm:cxn modelId="{69E8AF9A-40DF-4715-8A19-3D64070E058A}" type="presOf" srcId="{B2AA2BD3-27B0-4B8E-B501-8C8020E580F5}" destId="{DEFEE113-4BE1-4FAB-917E-2EBF298DDFB3}" srcOrd="0" destOrd="0" presId="urn:microsoft.com/office/officeart/2018/2/layout/IconCircleList"/>
    <dgm:cxn modelId="{1A2ECA9B-36A7-41B8-870F-32C1B2286D34}" type="presOf" srcId="{D19FEAEA-C65C-4882-AFEE-801D84A8D3DF}" destId="{9680A52A-5FCD-42C3-B861-55B115754BA1}" srcOrd="0" destOrd="0" presId="urn:microsoft.com/office/officeart/2018/2/layout/IconCircleList"/>
    <dgm:cxn modelId="{DCD5659D-E549-40C6-9B92-5279F179CFC8}" srcId="{E1F427BE-D90E-41EC-9745-BAF6C6852AE4}" destId="{BD825D9B-2D5A-42BB-8106-EA1D9FF6EB05}" srcOrd="0" destOrd="0" parTransId="{32A957A4-B5CE-48B1-9FCA-32CAD938FEC5}" sibTransId="{5BB0659B-C52A-4453-AD05-D953763A6F2F}"/>
    <dgm:cxn modelId="{6FB69CA4-5DE4-4168-8C53-40BB75BC54C2}" type="presOf" srcId="{76B9F6E9-6A64-4283-BC04-0AA87A1206E6}" destId="{4C43613E-ED16-4E0A-B99C-D6840FB8CED3}" srcOrd="0" destOrd="0" presId="urn:microsoft.com/office/officeart/2018/2/layout/IconCircleList"/>
    <dgm:cxn modelId="{12A298B3-F274-4EF9-B1DA-4074CDC99146}" type="presOf" srcId="{BD825D9B-2D5A-42BB-8106-EA1D9FF6EB05}" destId="{203D2064-8B00-4738-8154-DC1881035ABC}" srcOrd="0" destOrd="0" presId="urn:microsoft.com/office/officeart/2018/2/layout/IconCircleList"/>
    <dgm:cxn modelId="{88E4FFC1-7E10-417D-B46D-2E0AF9F28FE7}" srcId="{E1F427BE-D90E-41EC-9745-BAF6C6852AE4}" destId="{B2AA2BD3-27B0-4B8E-B501-8C8020E580F5}" srcOrd="1" destOrd="0" parTransId="{EB5F85C3-9616-4439-B0A2-5FC34DDB507A}" sibTransId="{76B9F6E9-6A64-4283-BC04-0AA87A1206E6}"/>
    <dgm:cxn modelId="{7D7BEDDE-06A8-46E6-B322-C811D5BBC24B}" type="presOf" srcId="{E1F427BE-D90E-41EC-9745-BAF6C6852AE4}" destId="{B47F9B73-857F-40D8-8342-9493E1E6FF37}" srcOrd="0" destOrd="0" presId="urn:microsoft.com/office/officeart/2018/2/layout/IconCircleList"/>
    <dgm:cxn modelId="{E9B5C3E8-F1C8-4092-94BC-AA00261A4537}" type="presOf" srcId="{5BB0659B-C52A-4453-AD05-D953763A6F2F}" destId="{C3F4D328-2EE9-47C3-A7BB-6F002E85CAF0}" srcOrd="0" destOrd="0" presId="urn:microsoft.com/office/officeart/2018/2/layout/IconCircleList"/>
    <dgm:cxn modelId="{0674F0E9-DB59-4AC4-9DA3-952A4C32B64B}" type="presOf" srcId="{00A18D14-48D8-41ED-ADE0-B4075C4B3D3C}" destId="{A45773FC-BF7B-4DE5-AE9A-E851DC1BBB7A}" srcOrd="0" destOrd="0" presId="urn:microsoft.com/office/officeart/2018/2/layout/IconCircleList"/>
    <dgm:cxn modelId="{7C0B90EC-8A7D-4D9E-8B64-3BEF14DB4C2B}" srcId="{E1F427BE-D90E-41EC-9745-BAF6C6852AE4}" destId="{00A18D14-48D8-41ED-ADE0-B4075C4B3D3C}" srcOrd="3" destOrd="0" parTransId="{D8B5B0F5-7183-4E7C-89A3-F2DD1DF322C1}" sibTransId="{122B90B0-C955-4544-BC7B-DE217890B53D}"/>
    <dgm:cxn modelId="{95D9DF81-5FD8-40A8-BF2B-5E991C965EBB}" type="presParOf" srcId="{B47F9B73-857F-40D8-8342-9493E1E6FF37}" destId="{A9E99A04-F853-49B1-9DB5-F34522BEF139}" srcOrd="0" destOrd="0" presId="urn:microsoft.com/office/officeart/2018/2/layout/IconCircleList"/>
    <dgm:cxn modelId="{81EE9F90-0767-46D0-BF78-4E113EC87CBE}" type="presParOf" srcId="{A9E99A04-F853-49B1-9DB5-F34522BEF139}" destId="{F69A78B4-90D2-4197-890E-6EE01A3964CD}" srcOrd="0" destOrd="0" presId="urn:microsoft.com/office/officeart/2018/2/layout/IconCircleList"/>
    <dgm:cxn modelId="{383A33DB-AE19-4CD2-A11E-42FEF9FF1427}" type="presParOf" srcId="{F69A78B4-90D2-4197-890E-6EE01A3964CD}" destId="{91234260-1D94-47C6-852B-76D35DB3B7DC}" srcOrd="0" destOrd="0" presId="urn:microsoft.com/office/officeart/2018/2/layout/IconCircleList"/>
    <dgm:cxn modelId="{65DBD46E-B291-413C-A0C2-88261482BFBC}" type="presParOf" srcId="{F69A78B4-90D2-4197-890E-6EE01A3964CD}" destId="{AF944813-AF90-435C-8365-C37D183B5DC7}" srcOrd="1" destOrd="0" presId="urn:microsoft.com/office/officeart/2018/2/layout/IconCircleList"/>
    <dgm:cxn modelId="{2264638C-72DD-4213-882E-3C315CAE10C9}" type="presParOf" srcId="{F69A78B4-90D2-4197-890E-6EE01A3964CD}" destId="{4AD72C99-2EC3-4F5F-A190-ED36B57E870C}" srcOrd="2" destOrd="0" presId="urn:microsoft.com/office/officeart/2018/2/layout/IconCircleList"/>
    <dgm:cxn modelId="{8F8CA2FE-4D1D-4868-B6E8-2F04A03E34CF}" type="presParOf" srcId="{F69A78B4-90D2-4197-890E-6EE01A3964CD}" destId="{203D2064-8B00-4738-8154-DC1881035ABC}" srcOrd="3" destOrd="0" presId="urn:microsoft.com/office/officeart/2018/2/layout/IconCircleList"/>
    <dgm:cxn modelId="{FB19C844-1E96-4B56-9209-ECE67A1E33A6}" type="presParOf" srcId="{A9E99A04-F853-49B1-9DB5-F34522BEF139}" destId="{C3F4D328-2EE9-47C3-A7BB-6F002E85CAF0}" srcOrd="1" destOrd="0" presId="urn:microsoft.com/office/officeart/2018/2/layout/IconCircleList"/>
    <dgm:cxn modelId="{22A0095F-7C5A-4009-A10C-5DC1361889BE}" type="presParOf" srcId="{A9E99A04-F853-49B1-9DB5-F34522BEF139}" destId="{64D26EA5-CD9F-4ECA-8E97-41340F757A9B}" srcOrd="2" destOrd="0" presId="urn:microsoft.com/office/officeart/2018/2/layout/IconCircleList"/>
    <dgm:cxn modelId="{36CE7E20-703C-4208-AE13-DF70DF50C9E4}" type="presParOf" srcId="{64D26EA5-CD9F-4ECA-8E97-41340F757A9B}" destId="{456A4352-315C-4601-BDC3-B91C92C46C0A}" srcOrd="0" destOrd="0" presId="urn:microsoft.com/office/officeart/2018/2/layout/IconCircleList"/>
    <dgm:cxn modelId="{248239CA-2797-4209-8744-C0226F7D1811}" type="presParOf" srcId="{64D26EA5-CD9F-4ECA-8E97-41340F757A9B}" destId="{8167587E-2737-49C2-BD65-AA17F4BDD2C2}" srcOrd="1" destOrd="0" presId="urn:microsoft.com/office/officeart/2018/2/layout/IconCircleList"/>
    <dgm:cxn modelId="{B2E644E7-8383-4E2B-AB3F-AD95A51B98E4}" type="presParOf" srcId="{64D26EA5-CD9F-4ECA-8E97-41340F757A9B}" destId="{41274B55-D2E8-49F1-ACA9-31C5BA37E0CF}" srcOrd="2" destOrd="0" presId="urn:microsoft.com/office/officeart/2018/2/layout/IconCircleList"/>
    <dgm:cxn modelId="{16BC62FA-D706-489D-AB7C-28D2106639DB}" type="presParOf" srcId="{64D26EA5-CD9F-4ECA-8E97-41340F757A9B}" destId="{DEFEE113-4BE1-4FAB-917E-2EBF298DDFB3}" srcOrd="3" destOrd="0" presId="urn:microsoft.com/office/officeart/2018/2/layout/IconCircleList"/>
    <dgm:cxn modelId="{E3DF22AF-6C2B-4E08-9170-D45116A3D963}" type="presParOf" srcId="{A9E99A04-F853-49B1-9DB5-F34522BEF139}" destId="{4C43613E-ED16-4E0A-B99C-D6840FB8CED3}" srcOrd="3" destOrd="0" presId="urn:microsoft.com/office/officeart/2018/2/layout/IconCircleList"/>
    <dgm:cxn modelId="{EC5D27BE-EFC6-4E5A-8D87-868A91C8B215}" type="presParOf" srcId="{A9E99A04-F853-49B1-9DB5-F34522BEF139}" destId="{293E6EBD-0CD3-440D-92C9-03A2209D5CE6}" srcOrd="4" destOrd="0" presId="urn:microsoft.com/office/officeart/2018/2/layout/IconCircleList"/>
    <dgm:cxn modelId="{AD1B55CD-6698-4A4D-8D0D-718D5CA45668}" type="presParOf" srcId="{293E6EBD-0CD3-440D-92C9-03A2209D5CE6}" destId="{94493A7E-B2CA-41D8-97AC-B1487BCEABF4}" srcOrd="0" destOrd="0" presId="urn:microsoft.com/office/officeart/2018/2/layout/IconCircleList"/>
    <dgm:cxn modelId="{98D5F9A4-FEF2-49BE-BAF5-9CF341EF33A3}" type="presParOf" srcId="{293E6EBD-0CD3-440D-92C9-03A2209D5CE6}" destId="{2322BB83-170D-4094-9D7F-27434BFD3197}" srcOrd="1" destOrd="0" presId="urn:microsoft.com/office/officeart/2018/2/layout/IconCircleList"/>
    <dgm:cxn modelId="{360E27ED-1B47-456D-9C00-F8F7102511C7}" type="presParOf" srcId="{293E6EBD-0CD3-440D-92C9-03A2209D5CE6}" destId="{EE33DD89-2565-4525-87AA-5667FB82C777}" srcOrd="2" destOrd="0" presId="urn:microsoft.com/office/officeart/2018/2/layout/IconCircleList"/>
    <dgm:cxn modelId="{54C7565F-B97B-40AB-B8CF-003C878B129B}" type="presParOf" srcId="{293E6EBD-0CD3-440D-92C9-03A2209D5CE6}" destId="{9680A52A-5FCD-42C3-B861-55B115754BA1}" srcOrd="3" destOrd="0" presId="urn:microsoft.com/office/officeart/2018/2/layout/IconCircleList"/>
    <dgm:cxn modelId="{6C3744A5-0573-4244-9B03-2FCF1FB82F00}" type="presParOf" srcId="{A9E99A04-F853-49B1-9DB5-F34522BEF139}" destId="{7FBD09CC-DD66-4B68-854E-4A66C4C1B751}" srcOrd="5" destOrd="0" presId="urn:microsoft.com/office/officeart/2018/2/layout/IconCircleList"/>
    <dgm:cxn modelId="{006CDD2B-7B74-40E6-BE73-3D40F3F0A45B}" type="presParOf" srcId="{A9E99A04-F853-49B1-9DB5-F34522BEF139}" destId="{6BC431F6-B440-4171-8F74-59419A125557}" srcOrd="6" destOrd="0" presId="urn:microsoft.com/office/officeart/2018/2/layout/IconCircleList"/>
    <dgm:cxn modelId="{4FDF2B55-2368-4704-95A8-199C236B34AF}" type="presParOf" srcId="{6BC431F6-B440-4171-8F74-59419A125557}" destId="{997CEAA8-1837-456A-B222-C13E44D54A1A}" srcOrd="0" destOrd="0" presId="urn:microsoft.com/office/officeart/2018/2/layout/IconCircleList"/>
    <dgm:cxn modelId="{387098B8-CF50-4FE3-8355-E7720525EE20}" type="presParOf" srcId="{6BC431F6-B440-4171-8F74-59419A125557}" destId="{4BA9BB1F-F571-4DBA-89C1-A582FC14FFBF}" srcOrd="1" destOrd="0" presId="urn:microsoft.com/office/officeart/2018/2/layout/IconCircleList"/>
    <dgm:cxn modelId="{912EEC1F-D1C7-45F7-88C2-D866E4C49A14}" type="presParOf" srcId="{6BC431F6-B440-4171-8F74-59419A125557}" destId="{CABBA201-1A44-410E-97A8-6FD2AC08F857}" srcOrd="2" destOrd="0" presId="urn:microsoft.com/office/officeart/2018/2/layout/IconCircleList"/>
    <dgm:cxn modelId="{ACDE621D-BBCA-45E8-BE8F-0AA182472992}" type="presParOf" srcId="{6BC431F6-B440-4171-8F74-59419A125557}" destId="{A45773FC-BF7B-4DE5-AE9A-E851DC1BBB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47FA6B-EEDF-4A93-97ED-8D0B672D87F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66F2FF-FD7A-4AB5-A587-118D9359F6B9}">
      <dgm:prSet/>
      <dgm:spPr/>
      <dgm:t>
        <a:bodyPr/>
        <a:lstStyle/>
        <a:p>
          <a:r>
            <a:rPr lang="en-US"/>
            <a:t>Male customers significantly outnumber female customers</a:t>
          </a:r>
        </a:p>
      </dgm:t>
    </dgm:pt>
    <dgm:pt modelId="{7286A42A-3D13-4CAD-B5AB-70E59FA42215}" type="parTrans" cxnId="{FC9B99DB-614D-403F-8CDD-7EC7753800CF}">
      <dgm:prSet/>
      <dgm:spPr/>
      <dgm:t>
        <a:bodyPr/>
        <a:lstStyle/>
        <a:p>
          <a:endParaRPr lang="en-US"/>
        </a:p>
      </dgm:t>
    </dgm:pt>
    <dgm:pt modelId="{1D21897B-AAD9-401B-919B-6133DAD9EC1F}" type="sibTrans" cxnId="{FC9B99DB-614D-403F-8CDD-7EC7753800CF}">
      <dgm:prSet/>
      <dgm:spPr/>
      <dgm:t>
        <a:bodyPr/>
        <a:lstStyle/>
        <a:p>
          <a:endParaRPr lang="en-US"/>
        </a:p>
      </dgm:t>
    </dgm:pt>
    <dgm:pt modelId="{85AF8208-906C-4DE0-964D-F392AB23A595}">
      <dgm:prSet/>
      <dgm:spPr/>
      <dgm:t>
        <a:bodyPr/>
        <a:lstStyle/>
        <a:p>
          <a:r>
            <a:rPr lang="en-US"/>
            <a:t>Gender imbalance across most brands</a:t>
          </a:r>
        </a:p>
      </dgm:t>
    </dgm:pt>
    <dgm:pt modelId="{19C37313-35A9-4E9C-BE45-337865FD2DBB}" type="parTrans" cxnId="{E67D5AD5-4E52-4DD2-BC82-4F391E233B24}">
      <dgm:prSet/>
      <dgm:spPr/>
      <dgm:t>
        <a:bodyPr/>
        <a:lstStyle/>
        <a:p>
          <a:endParaRPr lang="en-US"/>
        </a:p>
      </dgm:t>
    </dgm:pt>
    <dgm:pt modelId="{93F0F4B2-D157-4B98-AFFE-6871CF4202C6}" type="sibTrans" cxnId="{E67D5AD5-4E52-4DD2-BC82-4F391E233B24}">
      <dgm:prSet/>
      <dgm:spPr/>
      <dgm:t>
        <a:bodyPr/>
        <a:lstStyle/>
        <a:p>
          <a:endParaRPr lang="en-US"/>
        </a:p>
      </dgm:t>
    </dgm:pt>
    <dgm:pt modelId="{2D00C42D-8A82-4E60-A1C0-263AC88028E2}">
      <dgm:prSet/>
      <dgm:spPr/>
      <dgm:t>
        <a:bodyPr/>
        <a:lstStyle/>
        <a:p>
          <a:r>
            <a:rPr lang="en-US"/>
            <a:t>Untapped potential in female market segment</a:t>
          </a:r>
        </a:p>
      </dgm:t>
    </dgm:pt>
    <dgm:pt modelId="{33B73D38-752C-4A11-949A-92F4E9D0A65F}" type="parTrans" cxnId="{CDC43A6A-9BDC-4458-9A04-B39145086768}">
      <dgm:prSet/>
      <dgm:spPr/>
      <dgm:t>
        <a:bodyPr/>
        <a:lstStyle/>
        <a:p>
          <a:endParaRPr lang="en-US"/>
        </a:p>
      </dgm:t>
    </dgm:pt>
    <dgm:pt modelId="{55DA40B9-70E8-40C4-80DC-C34BB544FD1B}" type="sibTrans" cxnId="{CDC43A6A-9BDC-4458-9A04-B39145086768}">
      <dgm:prSet/>
      <dgm:spPr/>
      <dgm:t>
        <a:bodyPr/>
        <a:lstStyle/>
        <a:p>
          <a:endParaRPr lang="en-US"/>
        </a:p>
      </dgm:t>
    </dgm:pt>
    <dgm:pt modelId="{809B4EAE-02DE-4BCF-91D3-171BE0ADAC78}" type="pres">
      <dgm:prSet presAssocID="{B347FA6B-EEDF-4A93-97ED-8D0B672D87F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F7372A-AF51-4798-88D1-783D8D44A7C7}" type="pres">
      <dgm:prSet presAssocID="{6F66F2FF-FD7A-4AB5-A587-118D9359F6B9}" presName="hierRoot1" presStyleCnt="0"/>
      <dgm:spPr/>
    </dgm:pt>
    <dgm:pt modelId="{D57A90CE-7F4E-4988-9047-CAD4BBFA95B8}" type="pres">
      <dgm:prSet presAssocID="{6F66F2FF-FD7A-4AB5-A587-118D9359F6B9}" presName="composite" presStyleCnt="0"/>
      <dgm:spPr/>
    </dgm:pt>
    <dgm:pt modelId="{C6C114CA-18A7-4CFF-9EE8-0DC939D772C5}" type="pres">
      <dgm:prSet presAssocID="{6F66F2FF-FD7A-4AB5-A587-118D9359F6B9}" presName="background" presStyleLbl="node0" presStyleIdx="0" presStyleCnt="3"/>
      <dgm:spPr/>
    </dgm:pt>
    <dgm:pt modelId="{9397D204-55D9-4F49-81F2-4E3F43DD317F}" type="pres">
      <dgm:prSet presAssocID="{6F66F2FF-FD7A-4AB5-A587-118D9359F6B9}" presName="text" presStyleLbl="fgAcc0" presStyleIdx="0" presStyleCnt="3">
        <dgm:presLayoutVars>
          <dgm:chPref val="3"/>
        </dgm:presLayoutVars>
      </dgm:prSet>
      <dgm:spPr/>
    </dgm:pt>
    <dgm:pt modelId="{1072914C-E7E8-4539-95E5-BD95E8F41C93}" type="pres">
      <dgm:prSet presAssocID="{6F66F2FF-FD7A-4AB5-A587-118D9359F6B9}" presName="hierChild2" presStyleCnt="0"/>
      <dgm:spPr/>
    </dgm:pt>
    <dgm:pt modelId="{7585D271-7961-4C60-945C-07B11F9B8B67}" type="pres">
      <dgm:prSet presAssocID="{85AF8208-906C-4DE0-964D-F392AB23A595}" presName="hierRoot1" presStyleCnt="0"/>
      <dgm:spPr/>
    </dgm:pt>
    <dgm:pt modelId="{D30C2345-74ED-411F-89CA-2E2009FEB5F4}" type="pres">
      <dgm:prSet presAssocID="{85AF8208-906C-4DE0-964D-F392AB23A595}" presName="composite" presStyleCnt="0"/>
      <dgm:spPr/>
    </dgm:pt>
    <dgm:pt modelId="{D4299DA4-7397-4C21-87AE-9532C2378753}" type="pres">
      <dgm:prSet presAssocID="{85AF8208-906C-4DE0-964D-F392AB23A595}" presName="background" presStyleLbl="node0" presStyleIdx="1" presStyleCnt="3"/>
      <dgm:spPr/>
    </dgm:pt>
    <dgm:pt modelId="{56009AB6-3DA5-4179-BB99-9AC21C4A618E}" type="pres">
      <dgm:prSet presAssocID="{85AF8208-906C-4DE0-964D-F392AB23A595}" presName="text" presStyleLbl="fgAcc0" presStyleIdx="1" presStyleCnt="3">
        <dgm:presLayoutVars>
          <dgm:chPref val="3"/>
        </dgm:presLayoutVars>
      </dgm:prSet>
      <dgm:spPr/>
    </dgm:pt>
    <dgm:pt modelId="{6DC2A9DD-B252-4E31-9E31-ED531CF2073C}" type="pres">
      <dgm:prSet presAssocID="{85AF8208-906C-4DE0-964D-F392AB23A595}" presName="hierChild2" presStyleCnt="0"/>
      <dgm:spPr/>
    </dgm:pt>
    <dgm:pt modelId="{30018BD1-3DFB-4AD5-81EE-1B5E85A7B782}" type="pres">
      <dgm:prSet presAssocID="{2D00C42D-8A82-4E60-A1C0-263AC88028E2}" presName="hierRoot1" presStyleCnt="0"/>
      <dgm:spPr/>
    </dgm:pt>
    <dgm:pt modelId="{0F0C3EE8-C810-47AB-A9FF-6805B2CB8A22}" type="pres">
      <dgm:prSet presAssocID="{2D00C42D-8A82-4E60-A1C0-263AC88028E2}" presName="composite" presStyleCnt="0"/>
      <dgm:spPr/>
    </dgm:pt>
    <dgm:pt modelId="{AE9919C0-8E0C-436C-9778-A2F9956D76E3}" type="pres">
      <dgm:prSet presAssocID="{2D00C42D-8A82-4E60-A1C0-263AC88028E2}" presName="background" presStyleLbl="node0" presStyleIdx="2" presStyleCnt="3"/>
      <dgm:spPr/>
    </dgm:pt>
    <dgm:pt modelId="{44232F4B-C2E8-40EB-83E6-280B2BEECB3A}" type="pres">
      <dgm:prSet presAssocID="{2D00C42D-8A82-4E60-A1C0-263AC88028E2}" presName="text" presStyleLbl="fgAcc0" presStyleIdx="2" presStyleCnt="3">
        <dgm:presLayoutVars>
          <dgm:chPref val="3"/>
        </dgm:presLayoutVars>
      </dgm:prSet>
      <dgm:spPr/>
    </dgm:pt>
    <dgm:pt modelId="{73FCCA00-4068-481E-81F0-D27BC87A6E00}" type="pres">
      <dgm:prSet presAssocID="{2D00C42D-8A82-4E60-A1C0-263AC88028E2}" presName="hierChild2" presStyleCnt="0"/>
      <dgm:spPr/>
    </dgm:pt>
  </dgm:ptLst>
  <dgm:cxnLst>
    <dgm:cxn modelId="{B7088028-7C63-41E2-9A08-1474D6DC8043}" type="presOf" srcId="{B347FA6B-EEDF-4A93-97ED-8D0B672D87FA}" destId="{809B4EAE-02DE-4BCF-91D3-171BE0ADAC78}" srcOrd="0" destOrd="0" presId="urn:microsoft.com/office/officeart/2005/8/layout/hierarchy1"/>
    <dgm:cxn modelId="{13BD033B-DD83-4062-BAFB-3AD814C9F046}" type="presOf" srcId="{6F66F2FF-FD7A-4AB5-A587-118D9359F6B9}" destId="{9397D204-55D9-4F49-81F2-4E3F43DD317F}" srcOrd="0" destOrd="0" presId="urn:microsoft.com/office/officeart/2005/8/layout/hierarchy1"/>
    <dgm:cxn modelId="{CDC43A6A-9BDC-4458-9A04-B39145086768}" srcId="{B347FA6B-EEDF-4A93-97ED-8D0B672D87FA}" destId="{2D00C42D-8A82-4E60-A1C0-263AC88028E2}" srcOrd="2" destOrd="0" parTransId="{33B73D38-752C-4A11-949A-92F4E9D0A65F}" sibTransId="{55DA40B9-70E8-40C4-80DC-C34BB544FD1B}"/>
    <dgm:cxn modelId="{D59A2B6B-3CE0-4CB3-8748-3C05A7E5EEE7}" type="presOf" srcId="{2D00C42D-8A82-4E60-A1C0-263AC88028E2}" destId="{44232F4B-C2E8-40EB-83E6-280B2BEECB3A}" srcOrd="0" destOrd="0" presId="urn:microsoft.com/office/officeart/2005/8/layout/hierarchy1"/>
    <dgm:cxn modelId="{0E21D595-EC55-432A-B32A-37A92D893F12}" type="presOf" srcId="{85AF8208-906C-4DE0-964D-F392AB23A595}" destId="{56009AB6-3DA5-4179-BB99-9AC21C4A618E}" srcOrd="0" destOrd="0" presId="urn:microsoft.com/office/officeart/2005/8/layout/hierarchy1"/>
    <dgm:cxn modelId="{E67D5AD5-4E52-4DD2-BC82-4F391E233B24}" srcId="{B347FA6B-EEDF-4A93-97ED-8D0B672D87FA}" destId="{85AF8208-906C-4DE0-964D-F392AB23A595}" srcOrd="1" destOrd="0" parTransId="{19C37313-35A9-4E9C-BE45-337865FD2DBB}" sibTransId="{93F0F4B2-D157-4B98-AFFE-6871CF4202C6}"/>
    <dgm:cxn modelId="{FC9B99DB-614D-403F-8CDD-7EC7753800CF}" srcId="{B347FA6B-EEDF-4A93-97ED-8D0B672D87FA}" destId="{6F66F2FF-FD7A-4AB5-A587-118D9359F6B9}" srcOrd="0" destOrd="0" parTransId="{7286A42A-3D13-4CAD-B5AB-70E59FA42215}" sibTransId="{1D21897B-AAD9-401B-919B-6133DAD9EC1F}"/>
    <dgm:cxn modelId="{DDE14589-820C-4C1B-AAB6-523603376E60}" type="presParOf" srcId="{809B4EAE-02DE-4BCF-91D3-171BE0ADAC78}" destId="{2EF7372A-AF51-4798-88D1-783D8D44A7C7}" srcOrd="0" destOrd="0" presId="urn:microsoft.com/office/officeart/2005/8/layout/hierarchy1"/>
    <dgm:cxn modelId="{63D2DE2C-FB05-43E2-B840-F28F7190D6D4}" type="presParOf" srcId="{2EF7372A-AF51-4798-88D1-783D8D44A7C7}" destId="{D57A90CE-7F4E-4988-9047-CAD4BBFA95B8}" srcOrd="0" destOrd="0" presId="urn:microsoft.com/office/officeart/2005/8/layout/hierarchy1"/>
    <dgm:cxn modelId="{32CA78B7-3624-473F-AED2-A0CAE0FE9DCC}" type="presParOf" srcId="{D57A90CE-7F4E-4988-9047-CAD4BBFA95B8}" destId="{C6C114CA-18A7-4CFF-9EE8-0DC939D772C5}" srcOrd="0" destOrd="0" presId="urn:microsoft.com/office/officeart/2005/8/layout/hierarchy1"/>
    <dgm:cxn modelId="{DABD568C-78AD-4647-81FA-6775BACC12A1}" type="presParOf" srcId="{D57A90CE-7F4E-4988-9047-CAD4BBFA95B8}" destId="{9397D204-55D9-4F49-81F2-4E3F43DD317F}" srcOrd="1" destOrd="0" presId="urn:microsoft.com/office/officeart/2005/8/layout/hierarchy1"/>
    <dgm:cxn modelId="{D9C4F1B9-B29F-48AF-BED5-7F3FDB42EE28}" type="presParOf" srcId="{2EF7372A-AF51-4798-88D1-783D8D44A7C7}" destId="{1072914C-E7E8-4539-95E5-BD95E8F41C93}" srcOrd="1" destOrd="0" presId="urn:microsoft.com/office/officeart/2005/8/layout/hierarchy1"/>
    <dgm:cxn modelId="{AD1BA98F-1924-4F07-8BA2-C94F2FC20CB8}" type="presParOf" srcId="{809B4EAE-02DE-4BCF-91D3-171BE0ADAC78}" destId="{7585D271-7961-4C60-945C-07B11F9B8B67}" srcOrd="1" destOrd="0" presId="urn:microsoft.com/office/officeart/2005/8/layout/hierarchy1"/>
    <dgm:cxn modelId="{E3C5EAA4-860C-4605-8B09-17575954FD4C}" type="presParOf" srcId="{7585D271-7961-4C60-945C-07B11F9B8B67}" destId="{D30C2345-74ED-411F-89CA-2E2009FEB5F4}" srcOrd="0" destOrd="0" presId="urn:microsoft.com/office/officeart/2005/8/layout/hierarchy1"/>
    <dgm:cxn modelId="{8974576A-3734-41B9-B05B-D896BB62498E}" type="presParOf" srcId="{D30C2345-74ED-411F-89CA-2E2009FEB5F4}" destId="{D4299DA4-7397-4C21-87AE-9532C2378753}" srcOrd="0" destOrd="0" presId="urn:microsoft.com/office/officeart/2005/8/layout/hierarchy1"/>
    <dgm:cxn modelId="{DA86A1A3-DA05-42CA-A30A-8D418D263958}" type="presParOf" srcId="{D30C2345-74ED-411F-89CA-2E2009FEB5F4}" destId="{56009AB6-3DA5-4179-BB99-9AC21C4A618E}" srcOrd="1" destOrd="0" presId="urn:microsoft.com/office/officeart/2005/8/layout/hierarchy1"/>
    <dgm:cxn modelId="{6A443466-C8CA-438F-B08E-2DFD6440EFC3}" type="presParOf" srcId="{7585D271-7961-4C60-945C-07B11F9B8B67}" destId="{6DC2A9DD-B252-4E31-9E31-ED531CF2073C}" srcOrd="1" destOrd="0" presId="urn:microsoft.com/office/officeart/2005/8/layout/hierarchy1"/>
    <dgm:cxn modelId="{909CE928-B6CE-493D-8734-7264EA96D17A}" type="presParOf" srcId="{809B4EAE-02DE-4BCF-91D3-171BE0ADAC78}" destId="{30018BD1-3DFB-4AD5-81EE-1B5E85A7B782}" srcOrd="2" destOrd="0" presId="urn:microsoft.com/office/officeart/2005/8/layout/hierarchy1"/>
    <dgm:cxn modelId="{0DE12889-8D85-409E-88DC-FE2FDC1E1AB7}" type="presParOf" srcId="{30018BD1-3DFB-4AD5-81EE-1B5E85A7B782}" destId="{0F0C3EE8-C810-47AB-A9FF-6805B2CB8A22}" srcOrd="0" destOrd="0" presId="urn:microsoft.com/office/officeart/2005/8/layout/hierarchy1"/>
    <dgm:cxn modelId="{7AD7B87F-80D0-4D08-ACC5-A46B3969F3BC}" type="presParOf" srcId="{0F0C3EE8-C810-47AB-A9FF-6805B2CB8A22}" destId="{AE9919C0-8E0C-436C-9778-A2F9956D76E3}" srcOrd="0" destOrd="0" presId="urn:microsoft.com/office/officeart/2005/8/layout/hierarchy1"/>
    <dgm:cxn modelId="{F4B5CB58-2121-40F2-91F1-1927A9F14845}" type="presParOf" srcId="{0F0C3EE8-C810-47AB-A9FF-6805B2CB8A22}" destId="{44232F4B-C2E8-40EB-83E6-280B2BEECB3A}" srcOrd="1" destOrd="0" presId="urn:microsoft.com/office/officeart/2005/8/layout/hierarchy1"/>
    <dgm:cxn modelId="{610CE699-D36D-48A8-B49F-F49122E99BF5}" type="presParOf" srcId="{30018BD1-3DFB-4AD5-81EE-1B5E85A7B782}" destId="{73FCCA00-4068-481E-81F0-D27BC87A6E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70A516-A9D8-4504-9742-FE6DF5D53A4B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B75F69-1ECA-4E0A-B5A1-22FFCD3DAB41}">
      <dgm:prSet/>
      <dgm:spPr/>
      <dgm:t>
        <a:bodyPr/>
        <a:lstStyle/>
        <a:p>
          <a:r>
            <a:rPr lang="en-US"/>
            <a:t>Introduce Q1 promotional campaigns</a:t>
          </a:r>
        </a:p>
      </dgm:t>
    </dgm:pt>
    <dgm:pt modelId="{84CB7B70-8CC5-4E59-8ECD-42B17E408D80}" type="parTrans" cxnId="{D8EE7026-3F50-4289-A749-E80B69BECAB7}">
      <dgm:prSet/>
      <dgm:spPr/>
      <dgm:t>
        <a:bodyPr/>
        <a:lstStyle/>
        <a:p>
          <a:endParaRPr lang="en-US"/>
        </a:p>
      </dgm:t>
    </dgm:pt>
    <dgm:pt modelId="{1E7ABAF6-5DCD-43D9-B8E3-D3F33739C04F}" type="sibTrans" cxnId="{D8EE7026-3F50-4289-A749-E80B69BECAB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2827A40-77A7-48DA-9CA0-B9C06F9D80C4}">
      <dgm:prSet/>
      <dgm:spPr/>
      <dgm:t>
        <a:bodyPr/>
        <a:lstStyle/>
        <a:p>
          <a:r>
            <a:rPr lang="en-US"/>
            <a:t>Expand marketing toward female buyers</a:t>
          </a:r>
        </a:p>
      </dgm:t>
    </dgm:pt>
    <dgm:pt modelId="{49ED5903-DE49-4935-B266-A7CA8F1DF69B}" type="parTrans" cxnId="{75B6448B-0B5B-485A-A862-16029F8D6B29}">
      <dgm:prSet/>
      <dgm:spPr/>
      <dgm:t>
        <a:bodyPr/>
        <a:lstStyle/>
        <a:p>
          <a:endParaRPr lang="en-US"/>
        </a:p>
      </dgm:t>
    </dgm:pt>
    <dgm:pt modelId="{106891AD-AFE2-4BF0-A267-FB02B197723D}" type="sibTrans" cxnId="{75B6448B-0B5B-485A-A862-16029F8D6B2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BFC0D3D-F35A-4486-B256-9C22B8DD0020}">
      <dgm:prSet/>
      <dgm:spPr/>
      <dgm:t>
        <a:bodyPr/>
        <a:lstStyle/>
        <a:p>
          <a:r>
            <a:rPr lang="en-US"/>
            <a:t>Increase automatic vehicle inventory</a:t>
          </a:r>
        </a:p>
      </dgm:t>
    </dgm:pt>
    <dgm:pt modelId="{D10BD3B4-B5CD-4755-A477-8F79D1536B97}" type="parTrans" cxnId="{F923FF73-F889-4A12-8F2C-1B8654C8DC1A}">
      <dgm:prSet/>
      <dgm:spPr/>
      <dgm:t>
        <a:bodyPr/>
        <a:lstStyle/>
        <a:p>
          <a:endParaRPr lang="en-US"/>
        </a:p>
      </dgm:t>
    </dgm:pt>
    <dgm:pt modelId="{4E90F375-231B-4008-85AE-65DCD162EE69}" type="sibTrans" cxnId="{F923FF73-F889-4A12-8F2C-1B8654C8DC1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F001BA2-6F59-40F9-9AC5-C20814868C8A}">
      <dgm:prSet/>
      <dgm:spPr/>
      <dgm:t>
        <a:bodyPr/>
        <a:lstStyle/>
        <a:p>
          <a:r>
            <a:rPr lang="en-US"/>
            <a:t>Optimize stock based on color demand</a:t>
          </a:r>
        </a:p>
      </dgm:t>
    </dgm:pt>
    <dgm:pt modelId="{ABA11F75-E9C2-4C5B-944C-02621AFC4600}" type="parTrans" cxnId="{9FD54DEE-32B0-4EBB-B788-656A49C272FC}">
      <dgm:prSet/>
      <dgm:spPr/>
      <dgm:t>
        <a:bodyPr/>
        <a:lstStyle/>
        <a:p>
          <a:endParaRPr lang="en-US"/>
        </a:p>
      </dgm:t>
    </dgm:pt>
    <dgm:pt modelId="{C1F29A0D-3F67-4A17-9EDA-77F7412131F0}" type="sibTrans" cxnId="{9FD54DEE-32B0-4EBB-B788-656A49C272F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C593189-CD66-4366-A327-5A97BC39DDB2}">
      <dgm:prSet/>
      <dgm:spPr/>
      <dgm:t>
        <a:bodyPr/>
        <a:lstStyle/>
        <a:p>
          <a:r>
            <a:rPr lang="en-US"/>
            <a:t>Strengthen underperforming brands</a:t>
          </a:r>
        </a:p>
      </dgm:t>
    </dgm:pt>
    <dgm:pt modelId="{08552718-8FA1-4192-AD78-EC39A44AA856}" type="parTrans" cxnId="{80F725E9-9F07-4FA6-AF10-5B160599FA39}">
      <dgm:prSet/>
      <dgm:spPr/>
      <dgm:t>
        <a:bodyPr/>
        <a:lstStyle/>
        <a:p>
          <a:endParaRPr lang="en-US"/>
        </a:p>
      </dgm:t>
    </dgm:pt>
    <dgm:pt modelId="{1ACA0122-4DF5-44DE-BB58-CB8171F5D196}" type="sibTrans" cxnId="{80F725E9-9F07-4FA6-AF10-5B160599FA3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02DE111-82F3-4276-855A-5D6F0B7B0D0F}">
      <dgm:prSet/>
      <dgm:spPr/>
      <dgm:t>
        <a:bodyPr/>
        <a:lstStyle/>
        <a:p>
          <a:r>
            <a:rPr lang="en-ZW"/>
            <a:t>Utilize</a:t>
          </a:r>
          <a:r>
            <a:rPr lang="en-US"/>
            <a:t> predictive analytics for forecasting</a:t>
          </a:r>
        </a:p>
      </dgm:t>
    </dgm:pt>
    <dgm:pt modelId="{DF470CCD-0314-4FCD-B2BC-EFCDDA460491}" type="parTrans" cxnId="{5F2AB45C-1FDA-481A-B18E-6593266901D0}">
      <dgm:prSet/>
      <dgm:spPr/>
      <dgm:t>
        <a:bodyPr/>
        <a:lstStyle/>
        <a:p>
          <a:endParaRPr lang="en-US"/>
        </a:p>
      </dgm:t>
    </dgm:pt>
    <dgm:pt modelId="{31E4B684-7622-4389-BEB4-51FF2DB1F203}" type="sibTrans" cxnId="{5F2AB45C-1FDA-481A-B18E-6593266901D0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93663FB9-DEBD-415B-BB0F-CB091A22D469}" type="pres">
      <dgm:prSet presAssocID="{7970A516-A9D8-4504-9742-FE6DF5D53A4B}" presName="linearFlow" presStyleCnt="0">
        <dgm:presLayoutVars>
          <dgm:dir/>
          <dgm:animLvl val="lvl"/>
          <dgm:resizeHandles val="exact"/>
        </dgm:presLayoutVars>
      </dgm:prSet>
      <dgm:spPr/>
    </dgm:pt>
    <dgm:pt modelId="{61591430-1F9E-4A67-B4CA-BA7D74E1BB59}" type="pres">
      <dgm:prSet presAssocID="{46B75F69-1ECA-4E0A-B5A1-22FFCD3DAB41}" presName="compositeNode" presStyleCnt="0"/>
      <dgm:spPr/>
    </dgm:pt>
    <dgm:pt modelId="{DF3C75EC-40F8-46E4-B346-861C16ED1CD3}" type="pres">
      <dgm:prSet presAssocID="{46B75F69-1ECA-4E0A-B5A1-22FFCD3DAB4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E3AD3BE-7616-4D46-9483-32742D2FC6CD}" type="pres">
      <dgm:prSet presAssocID="{46B75F69-1ECA-4E0A-B5A1-22FFCD3DAB41}" presName="parSh" presStyleCnt="0"/>
      <dgm:spPr/>
    </dgm:pt>
    <dgm:pt modelId="{9DB447AB-6695-43B2-943E-2021DD8F53FB}" type="pres">
      <dgm:prSet presAssocID="{46B75F69-1ECA-4E0A-B5A1-22FFCD3DAB41}" presName="lineNode" presStyleLbl="alignAccFollowNode1" presStyleIdx="0" presStyleCnt="18"/>
      <dgm:spPr/>
    </dgm:pt>
    <dgm:pt modelId="{33636B69-CCE8-44D8-9FC0-DB377DB99156}" type="pres">
      <dgm:prSet presAssocID="{46B75F69-1ECA-4E0A-B5A1-22FFCD3DAB41}" presName="lineArrowNode" presStyleLbl="alignAccFollowNode1" presStyleIdx="1" presStyleCnt="18"/>
      <dgm:spPr/>
    </dgm:pt>
    <dgm:pt modelId="{6245948E-2739-4DB7-B063-24DEE40C1C5A}" type="pres">
      <dgm:prSet presAssocID="{1E7ABAF6-5DCD-43D9-B8E3-D3F33739C04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9A1D293-680D-42E4-8D0E-1A2EF25F198E}" type="pres">
      <dgm:prSet presAssocID="{1E7ABAF6-5DCD-43D9-B8E3-D3F33739C04F}" presName="spacerBetweenCircleAndCallout" presStyleCnt="0">
        <dgm:presLayoutVars/>
      </dgm:prSet>
      <dgm:spPr/>
    </dgm:pt>
    <dgm:pt modelId="{9CE567D6-3945-4F3F-9BA2-D849B83D3832}" type="pres">
      <dgm:prSet presAssocID="{46B75F69-1ECA-4E0A-B5A1-22FFCD3DAB41}" presName="nodeText" presStyleLbl="alignAccFollowNode1" presStyleIdx="2" presStyleCnt="18">
        <dgm:presLayoutVars>
          <dgm:bulletEnabled val="1"/>
        </dgm:presLayoutVars>
      </dgm:prSet>
      <dgm:spPr/>
    </dgm:pt>
    <dgm:pt modelId="{F6228F53-E0BB-41F6-A9F1-38632E93EF01}" type="pres">
      <dgm:prSet presAssocID="{1E7ABAF6-5DCD-43D9-B8E3-D3F33739C04F}" presName="sibTransComposite" presStyleCnt="0"/>
      <dgm:spPr/>
    </dgm:pt>
    <dgm:pt modelId="{4BA3AE10-53C8-44F3-8543-82DBF32187D5}" type="pres">
      <dgm:prSet presAssocID="{92827A40-77A7-48DA-9CA0-B9C06F9D80C4}" presName="compositeNode" presStyleCnt="0"/>
      <dgm:spPr/>
    </dgm:pt>
    <dgm:pt modelId="{E826CDBE-831C-4DFF-BD4A-82E7E8863429}" type="pres">
      <dgm:prSet presAssocID="{92827A40-77A7-48DA-9CA0-B9C06F9D80C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22DB4B9-1741-48A9-89D2-3F321C2CB4BA}" type="pres">
      <dgm:prSet presAssocID="{92827A40-77A7-48DA-9CA0-B9C06F9D80C4}" presName="parSh" presStyleCnt="0"/>
      <dgm:spPr/>
    </dgm:pt>
    <dgm:pt modelId="{151A0BA7-9CC9-4D34-8CEE-C390BDD47A0E}" type="pres">
      <dgm:prSet presAssocID="{92827A40-77A7-48DA-9CA0-B9C06F9D80C4}" presName="lineNode" presStyleLbl="alignAccFollowNode1" presStyleIdx="3" presStyleCnt="18"/>
      <dgm:spPr/>
    </dgm:pt>
    <dgm:pt modelId="{50E23622-BD88-41E8-80B4-8261729B17DA}" type="pres">
      <dgm:prSet presAssocID="{92827A40-77A7-48DA-9CA0-B9C06F9D80C4}" presName="lineArrowNode" presStyleLbl="alignAccFollowNode1" presStyleIdx="4" presStyleCnt="18"/>
      <dgm:spPr/>
    </dgm:pt>
    <dgm:pt modelId="{C0EB1403-68B4-4750-B21A-7E1CAE94AA75}" type="pres">
      <dgm:prSet presAssocID="{106891AD-AFE2-4BF0-A267-FB02B197723D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C58DC842-7887-4F87-85D7-541828CDC912}" type="pres">
      <dgm:prSet presAssocID="{106891AD-AFE2-4BF0-A267-FB02B197723D}" presName="spacerBetweenCircleAndCallout" presStyleCnt="0">
        <dgm:presLayoutVars/>
      </dgm:prSet>
      <dgm:spPr/>
    </dgm:pt>
    <dgm:pt modelId="{C3164046-25BB-46D3-BAA2-50EF519BACE8}" type="pres">
      <dgm:prSet presAssocID="{92827A40-77A7-48DA-9CA0-B9C06F9D80C4}" presName="nodeText" presStyleLbl="alignAccFollowNode1" presStyleIdx="5" presStyleCnt="18">
        <dgm:presLayoutVars>
          <dgm:bulletEnabled val="1"/>
        </dgm:presLayoutVars>
      </dgm:prSet>
      <dgm:spPr/>
    </dgm:pt>
    <dgm:pt modelId="{E39FF265-5FB8-4E3C-BE4E-BA25BD509CF3}" type="pres">
      <dgm:prSet presAssocID="{106891AD-AFE2-4BF0-A267-FB02B197723D}" presName="sibTransComposite" presStyleCnt="0"/>
      <dgm:spPr/>
    </dgm:pt>
    <dgm:pt modelId="{AE560005-3382-478B-8E6B-FB9F03B35630}" type="pres">
      <dgm:prSet presAssocID="{ABFC0D3D-F35A-4486-B256-9C22B8DD0020}" presName="compositeNode" presStyleCnt="0"/>
      <dgm:spPr/>
    </dgm:pt>
    <dgm:pt modelId="{098A2361-4686-4F55-8BF7-709D766895C7}" type="pres">
      <dgm:prSet presAssocID="{ABFC0D3D-F35A-4486-B256-9C22B8DD002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DF30497-5A45-4237-AAEC-44AAAA69AA57}" type="pres">
      <dgm:prSet presAssocID="{ABFC0D3D-F35A-4486-B256-9C22B8DD0020}" presName="parSh" presStyleCnt="0"/>
      <dgm:spPr/>
    </dgm:pt>
    <dgm:pt modelId="{F6F06E53-57EC-4EDE-ACB1-91F40F4D7E98}" type="pres">
      <dgm:prSet presAssocID="{ABFC0D3D-F35A-4486-B256-9C22B8DD0020}" presName="lineNode" presStyleLbl="alignAccFollowNode1" presStyleIdx="6" presStyleCnt="18"/>
      <dgm:spPr/>
    </dgm:pt>
    <dgm:pt modelId="{61497DB0-A66C-4F4A-99E0-CF2D96CA8B76}" type="pres">
      <dgm:prSet presAssocID="{ABFC0D3D-F35A-4486-B256-9C22B8DD0020}" presName="lineArrowNode" presStyleLbl="alignAccFollowNode1" presStyleIdx="7" presStyleCnt="18"/>
      <dgm:spPr/>
    </dgm:pt>
    <dgm:pt modelId="{1CB0FCC4-E12D-4749-A993-1ECA143A0F82}" type="pres">
      <dgm:prSet presAssocID="{4E90F375-231B-4008-85AE-65DCD162EE6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BEE725A-D97F-4B96-8AE8-25DD3B24CD0C}" type="pres">
      <dgm:prSet presAssocID="{4E90F375-231B-4008-85AE-65DCD162EE69}" presName="spacerBetweenCircleAndCallout" presStyleCnt="0">
        <dgm:presLayoutVars/>
      </dgm:prSet>
      <dgm:spPr/>
    </dgm:pt>
    <dgm:pt modelId="{E9304BAD-2A51-47EB-98BB-8F478D4A0D77}" type="pres">
      <dgm:prSet presAssocID="{ABFC0D3D-F35A-4486-B256-9C22B8DD0020}" presName="nodeText" presStyleLbl="alignAccFollowNode1" presStyleIdx="8" presStyleCnt="18">
        <dgm:presLayoutVars>
          <dgm:bulletEnabled val="1"/>
        </dgm:presLayoutVars>
      </dgm:prSet>
      <dgm:spPr/>
    </dgm:pt>
    <dgm:pt modelId="{91518CB7-E63A-4409-AB65-6D37985EEB02}" type="pres">
      <dgm:prSet presAssocID="{4E90F375-231B-4008-85AE-65DCD162EE69}" presName="sibTransComposite" presStyleCnt="0"/>
      <dgm:spPr/>
    </dgm:pt>
    <dgm:pt modelId="{4E20A5AD-3844-4BC7-967D-764FED85F5B6}" type="pres">
      <dgm:prSet presAssocID="{0F001BA2-6F59-40F9-9AC5-C20814868C8A}" presName="compositeNode" presStyleCnt="0"/>
      <dgm:spPr/>
    </dgm:pt>
    <dgm:pt modelId="{AFDE682F-FF6B-4D16-B6F0-C9398907FC1A}" type="pres">
      <dgm:prSet presAssocID="{0F001BA2-6F59-40F9-9AC5-C20814868C8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46B82BC-4BBA-4E87-A88A-04B370C9EE67}" type="pres">
      <dgm:prSet presAssocID="{0F001BA2-6F59-40F9-9AC5-C20814868C8A}" presName="parSh" presStyleCnt="0"/>
      <dgm:spPr/>
    </dgm:pt>
    <dgm:pt modelId="{70A8A5F1-67F1-4228-8F9A-EA535021B613}" type="pres">
      <dgm:prSet presAssocID="{0F001BA2-6F59-40F9-9AC5-C20814868C8A}" presName="lineNode" presStyleLbl="alignAccFollowNode1" presStyleIdx="9" presStyleCnt="18"/>
      <dgm:spPr/>
    </dgm:pt>
    <dgm:pt modelId="{0AB65589-D9DD-4BF0-846B-02580880B910}" type="pres">
      <dgm:prSet presAssocID="{0F001BA2-6F59-40F9-9AC5-C20814868C8A}" presName="lineArrowNode" presStyleLbl="alignAccFollowNode1" presStyleIdx="10" presStyleCnt="18"/>
      <dgm:spPr/>
    </dgm:pt>
    <dgm:pt modelId="{4E59E7E5-E9F8-4DEF-8FD9-6186925B8F6A}" type="pres">
      <dgm:prSet presAssocID="{C1F29A0D-3F67-4A17-9EDA-77F7412131F0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5FEF76E3-A5EF-4683-892D-C8B58632EE40}" type="pres">
      <dgm:prSet presAssocID="{C1F29A0D-3F67-4A17-9EDA-77F7412131F0}" presName="spacerBetweenCircleAndCallout" presStyleCnt="0">
        <dgm:presLayoutVars/>
      </dgm:prSet>
      <dgm:spPr/>
    </dgm:pt>
    <dgm:pt modelId="{113F14B5-B251-4FFB-9830-179ED8D6DCEE}" type="pres">
      <dgm:prSet presAssocID="{0F001BA2-6F59-40F9-9AC5-C20814868C8A}" presName="nodeText" presStyleLbl="alignAccFollowNode1" presStyleIdx="11" presStyleCnt="18">
        <dgm:presLayoutVars>
          <dgm:bulletEnabled val="1"/>
        </dgm:presLayoutVars>
      </dgm:prSet>
      <dgm:spPr/>
    </dgm:pt>
    <dgm:pt modelId="{48172F22-F48E-4953-B2FC-8E27B9AA5FF6}" type="pres">
      <dgm:prSet presAssocID="{C1F29A0D-3F67-4A17-9EDA-77F7412131F0}" presName="sibTransComposite" presStyleCnt="0"/>
      <dgm:spPr/>
    </dgm:pt>
    <dgm:pt modelId="{F1E76A79-67AE-40A2-99C0-3EFDCBEFE5D5}" type="pres">
      <dgm:prSet presAssocID="{FC593189-CD66-4366-A327-5A97BC39DDB2}" presName="compositeNode" presStyleCnt="0"/>
      <dgm:spPr/>
    </dgm:pt>
    <dgm:pt modelId="{60F52213-715A-48C5-9EBB-545011A4DD55}" type="pres">
      <dgm:prSet presAssocID="{FC593189-CD66-4366-A327-5A97BC39DDB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7079B78-EE88-4570-BE6C-C874B2E2FD57}" type="pres">
      <dgm:prSet presAssocID="{FC593189-CD66-4366-A327-5A97BC39DDB2}" presName="parSh" presStyleCnt="0"/>
      <dgm:spPr/>
    </dgm:pt>
    <dgm:pt modelId="{DDD91D05-9417-4659-B61E-65A2ED22F4B8}" type="pres">
      <dgm:prSet presAssocID="{FC593189-CD66-4366-A327-5A97BC39DDB2}" presName="lineNode" presStyleLbl="alignAccFollowNode1" presStyleIdx="12" presStyleCnt="18"/>
      <dgm:spPr/>
    </dgm:pt>
    <dgm:pt modelId="{8B144731-C136-4D58-9C87-88A9BDE3005C}" type="pres">
      <dgm:prSet presAssocID="{FC593189-CD66-4366-A327-5A97BC39DDB2}" presName="lineArrowNode" presStyleLbl="alignAccFollowNode1" presStyleIdx="13" presStyleCnt="18"/>
      <dgm:spPr/>
    </dgm:pt>
    <dgm:pt modelId="{229D4672-1575-40E4-80B8-C481AFBFCF9B}" type="pres">
      <dgm:prSet presAssocID="{1ACA0122-4DF5-44DE-BB58-CB8171F5D19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BB207B9-E1ED-47E8-BA52-4DFEF1E3F698}" type="pres">
      <dgm:prSet presAssocID="{1ACA0122-4DF5-44DE-BB58-CB8171F5D196}" presName="spacerBetweenCircleAndCallout" presStyleCnt="0">
        <dgm:presLayoutVars/>
      </dgm:prSet>
      <dgm:spPr/>
    </dgm:pt>
    <dgm:pt modelId="{785D9FDC-174D-4095-9633-63BF835C4B62}" type="pres">
      <dgm:prSet presAssocID="{FC593189-CD66-4366-A327-5A97BC39DDB2}" presName="nodeText" presStyleLbl="alignAccFollowNode1" presStyleIdx="14" presStyleCnt="18">
        <dgm:presLayoutVars>
          <dgm:bulletEnabled val="1"/>
        </dgm:presLayoutVars>
      </dgm:prSet>
      <dgm:spPr/>
    </dgm:pt>
    <dgm:pt modelId="{98872C94-66B6-4A6D-A12B-5F2065D4B5CA}" type="pres">
      <dgm:prSet presAssocID="{1ACA0122-4DF5-44DE-BB58-CB8171F5D196}" presName="sibTransComposite" presStyleCnt="0"/>
      <dgm:spPr/>
    </dgm:pt>
    <dgm:pt modelId="{F1D23E85-93A1-4B3C-984B-CF587850BA66}" type="pres">
      <dgm:prSet presAssocID="{502DE111-82F3-4276-855A-5D6F0B7B0D0F}" presName="compositeNode" presStyleCnt="0"/>
      <dgm:spPr/>
    </dgm:pt>
    <dgm:pt modelId="{9FCC476B-B8FF-4A5A-B173-38C76D96F548}" type="pres">
      <dgm:prSet presAssocID="{502DE111-82F3-4276-855A-5D6F0B7B0D0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277A1EB-479B-4051-891E-681186A8E4A8}" type="pres">
      <dgm:prSet presAssocID="{502DE111-82F3-4276-855A-5D6F0B7B0D0F}" presName="parSh" presStyleCnt="0"/>
      <dgm:spPr/>
    </dgm:pt>
    <dgm:pt modelId="{0E4F1801-EE26-4D3B-B940-76B1C47E59F4}" type="pres">
      <dgm:prSet presAssocID="{502DE111-82F3-4276-855A-5D6F0B7B0D0F}" presName="lineNode" presStyleLbl="alignAccFollowNode1" presStyleIdx="15" presStyleCnt="18"/>
      <dgm:spPr/>
    </dgm:pt>
    <dgm:pt modelId="{F5D5EDE1-4302-49D6-AC59-4A5845DBCEF9}" type="pres">
      <dgm:prSet presAssocID="{502DE111-82F3-4276-855A-5D6F0B7B0D0F}" presName="lineArrowNode" presStyleLbl="alignAccFollowNode1" presStyleIdx="16" presStyleCnt="18"/>
      <dgm:spPr/>
    </dgm:pt>
    <dgm:pt modelId="{1236AA14-07C0-499A-9014-D4995A876094}" type="pres">
      <dgm:prSet presAssocID="{31E4B684-7622-4389-BEB4-51FF2DB1F203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5BAE1A4A-9AA0-4464-9FDC-04D0961C9B53}" type="pres">
      <dgm:prSet presAssocID="{31E4B684-7622-4389-BEB4-51FF2DB1F203}" presName="spacerBetweenCircleAndCallout" presStyleCnt="0">
        <dgm:presLayoutVars/>
      </dgm:prSet>
      <dgm:spPr/>
    </dgm:pt>
    <dgm:pt modelId="{D32ED09B-9DCA-4B2C-8876-E08A4EC4402A}" type="pres">
      <dgm:prSet presAssocID="{502DE111-82F3-4276-855A-5D6F0B7B0D0F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A772250B-8ABE-4D8B-AB6F-34C3826247CF}" type="presOf" srcId="{92827A40-77A7-48DA-9CA0-B9C06F9D80C4}" destId="{C3164046-25BB-46D3-BAA2-50EF519BACE8}" srcOrd="0" destOrd="0" presId="urn:microsoft.com/office/officeart/2016/7/layout/LinearArrowProcessNumbered"/>
    <dgm:cxn modelId="{72F66810-3732-463E-BB00-1ABCA99A0165}" type="presOf" srcId="{1E7ABAF6-5DCD-43D9-B8E3-D3F33739C04F}" destId="{6245948E-2739-4DB7-B063-24DEE40C1C5A}" srcOrd="0" destOrd="0" presId="urn:microsoft.com/office/officeart/2016/7/layout/LinearArrowProcessNumbered"/>
    <dgm:cxn modelId="{BACFB022-48B6-48ED-B72C-4215F577F133}" type="presOf" srcId="{46B75F69-1ECA-4E0A-B5A1-22FFCD3DAB41}" destId="{9CE567D6-3945-4F3F-9BA2-D849B83D3832}" srcOrd="0" destOrd="0" presId="urn:microsoft.com/office/officeart/2016/7/layout/LinearArrowProcessNumbered"/>
    <dgm:cxn modelId="{904F5324-6DB6-4803-8919-7BDCA175E0F2}" type="presOf" srcId="{7970A516-A9D8-4504-9742-FE6DF5D53A4B}" destId="{93663FB9-DEBD-415B-BB0F-CB091A22D469}" srcOrd="0" destOrd="0" presId="urn:microsoft.com/office/officeart/2016/7/layout/LinearArrowProcessNumbered"/>
    <dgm:cxn modelId="{D8EE7026-3F50-4289-A749-E80B69BECAB7}" srcId="{7970A516-A9D8-4504-9742-FE6DF5D53A4B}" destId="{46B75F69-1ECA-4E0A-B5A1-22FFCD3DAB41}" srcOrd="0" destOrd="0" parTransId="{84CB7B70-8CC5-4E59-8ECD-42B17E408D80}" sibTransId="{1E7ABAF6-5DCD-43D9-B8E3-D3F33739C04F}"/>
    <dgm:cxn modelId="{D5EFBF36-7CD1-4ED8-A36A-4135530752A9}" type="presOf" srcId="{106891AD-AFE2-4BF0-A267-FB02B197723D}" destId="{C0EB1403-68B4-4750-B21A-7E1CAE94AA75}" srcOrd="0" destOrd="0" presId="urn:microsoft.com/office/officeart/2016/7/layout/LinearArrowProcessNumbered"/>
    <dgm:cxn modelId="{5F2AB45C-1FDA-481A-B18E-6593266901D0}" srcId="{7970A516-A9D8-4504-9742-FE6DF5D53A4B}" destId="{502DE111-82F3-4276-855A-5D6F0B7B0D0F}" srcOrd="5" destOrd="0" parTransId="{DF470CCD-0314-4FCD-B2BC-EFCDDA460491}" sibTransId="{31E4B684-7622-4389-BEB4-51FF2DB1F203}"/>
    <dgm:cxn modelId="{F0D38F6F-1FC4-45FC-A05E-D9C1B18A5589}" type="presOf" srcId="{ABFC0D3D-F35A-4486-B256-9C22B8DD0020}" destId="{E9304BAD-2A51-47EB-98BB-8F478D4A0D77}" srcOrd="0" destOrd="0" presId="urn:microsoft.com/office/officeart/2016/7/layout/LinearArrowProcessNumbered"/>
    <dgm:cxn modelId="{F923FF73-F889-4A12-8F2C-1B8654C8DC1A}" srcId="{7970A516-A9D8-4504-9742-FE6DF5D53A4B}" destId="{ABFC0D3D-F35A-4486-B256-9C22B8DD0020}" srcOrd="2" destOrd="0" parTransId="{D10BD3B4-B5CD-4755-A477-8F79D1536B97}" sibTransId="{4E90F375-231B-4008-85AE-65DCD162EE69}"/>
    <dgm:cxn modelId="{D1CA1658-1B4E-4EB6-BBC3-A119FA61494E}" type="presOf" srcId="{C1F29A0D-3F67-4A17-9EDA-77F7412131F0}" destId="{4E59E7E5-E9F8-4DEF-8FD9-6186925B8F6A}" srcOrd="0" destOrd="0" presId="urn:microsoft.com/office/officeart/2016/7/layout/LinearArrowProcessNumbered"/>
    <dgm:cxn modelId="{7A2B0E7D-928F-4019-B817-C75F277D5316}" type="presOf" srcId="{4E90F375-231B-4008-85AE-65DCD162EE69}" destId="{1CB0FCC4-E12D-4749-A993-1ECA143A0F82}" srcOrd="0" destOrd="0" presId="urn:microsoft.com/office/officeart/2016/7/layout/LinearArrowProcessNumbered"/>
    <dgm:cxn modelId="{156CB38A-3ED7-4349-8469-1F0D6A865407}" type="presOf" srcId="{31E4B684-7622-4389-BEB4-51FF2DB1F203}" destId="{1236AA14-07C0-499A-9014-D4995A876094}" srcOrd="0" destOrd="0" presId="urn:microsoft.com/office/officeart/2016/7/layout/LinearArrowProcessNumbered"/>
    <dgm:cxn modelId="{75B6448B-0B5B-485A-A862-16029F8D6B29}" srcId="{7970A516-A9D8-4504-9742-FE6DF5D53A4B}" destId="{92827A40-77A7-48DA-9CA0-B9C06F9D80C4}" srcOrd="1" destOrd="0" parTransId="{49ED5903-DE49-4935-B266-A7CA8F1DF69B}" sibTransId="{106891AD-AFE2-4BF0-A267-FB02B197723D}"/>
    <dgm:cxn modelId="{931FCF9D-1A04-4276-9B52-E457FEB61238}" type="presOf" srcId="{FC593189-CD66-4366-A327-5A97BC39DDB2}" destId="{785D9FDC-174D-4095-9633-63BF835C4B62}" srcOrd="0" destOrd="0" presId="urn:microsoft.com/office/officeart/2016/7/layout/LinearArrowProcessNumbered"/>
    <dgm:cxn modelId="{2F04F0AC-6FDF-4F1C-B7AC-6632255FF206}" type="presOf" srcId="{502DE111-82F3-4276-855A-5D6F0B7B0D0F}" destId="{D32ED09B-9DCA-4B2C-8876-E08A4EC4402A}" srcOrd="0" destOrd="0" presId="urn:microsoft.com/office/officeart/2016/7/layout/LinearArrowProcessNumbered"/>
    <dgm:cxn modelId="{22B6EAC7-1D79-49A0-AC1B-D545A9D39459}" type="presOf" srcId="{1ACA0122-4DF5-44DE-BB58-CB8171F5D196}" destId="{229D4672-1575-40E4-80B8-C481AFBFCF9B}" srcOrd="0" destOrd="0" presId="urn:microsoft.com/office/officeart/2016/7/layout/LinearArrowProcessNumbered"/>
    <dgm:cxn modelId="{CDCA0ED1-E29A-42DA-BC10-D4E220B89302}" type="presOf" srcId="{0F001BA2-6F59-40F9-9AC5-C20814868C8A}" destId="{113F14B5-B251-4FFB-9830-179ED8D6DCEE}" srcOrd="0" destOrd="0" presId="urn:microsoft.com/office/officeart/2016/7/layout/LinearArrowProcessNumbered"/>
    <dgm:cxn modelId="{80F725E9-9F07-4FA6-AF10-5B160599FA39}" srcId="{7970A516-A9D8-4504-9742-FE6DF5D53A4B}" destId="{FC593189-CD66-4366-A327-5A97BC39DDB2}" srcOrd="4" destOrd="0" parTransId="{08552718-8FA1-4192-AD78-EC39A44AA856}" sibTransId="{1ACA0122-4DF5-44DE-BB58-CB8171F5D196}"/>
    <dgm:cxn modelId="{9FD54DEE-32B0-4EBB-B788-656A49C272FC}" srcId="{7970A516-A9D8-4504-9742-FE6DF5D53A4B}" destId="{0F001BA2-6F59-40F9-9AC5-C20814868C8A}" srcOrd="3" destOrd="0" parTransId="{ABA11F75-E9C2-4C5B-944C-02621AFC4600}" sibTransId="{C1F29A0D-3F67-4A17-9EDA-77F7412131F0}"/>
    <dgm:cxn modelId="{8DBBAF1E-2257-481E-B8AF-AF620B7DDF1C}" type="presParOf" srcId="{93663FB9-DEBD-415B-BB0F-CB091A22D469}" destId="{61591430-1F9E-4A67-B4CA-BA7D74E1BB59}" srcOrd="0" destOrd="0" presId="urn:microsoft.com/office/officeart/2016/7/layout/LinearArrowProcessNumbered"/>
    <dgm:cxn modelId="{744E9377-B2A9-418D-BFB9-EED4DC9AAE69}" type="presParOf" srcId="{61591430-1F9E-4A67-B4CA-BA7D74E1BB59}" destId="{DF3C75EC-40F8-46E4-B346-861C16ED1CD3}" srcOrd="0" destOrd="0" presId="urn:microsoft.com/office/officeart/2016/7/layout/LinearArrowProcessNumbered"/>
    <dgm:cxn modelId="{048F0306-2A47-4C32-9B0A-924E98BB4380}" type="presParOf" srcId="{61591430-1F9E-4A67-B4CA-BA7D74E1BB59}" destId="{FE3AD3BE-7616-4D46-9483-32742D2FC6CD}" srcOrd="1" destOrd="0" presId="urn:microsoft.com/office/officeart/2016/7/layout/LinearArrowProcessNumbered"/>
    <dgm:cxn modelId="{E82EBF73-E26C-463B-A3B9-DA0BDAAC9C85}" type="presParOf" srcId="{FE3AD3BE-7616-4D46-9483-32742D2FC6CD}" destId="{9DB447AB-6695-43B2-943E-2021DD8F53FB}" srcOrd="0" destOrd="0" presId="urn:microsoft.com/office/officeart/2016/7/layout/LinearArrowProcessNumbered"/>
    <dgm:cxn modelId="{5ECBFF20-331C-45AF-825F-F81C70A3E13E}" type="presParOf" srcId="{FE3AD3BE-7616-4D46-9483-32742D2FC6CD}" destId="{33636B69-CCE8-44D8-9FC0-DB377DB99156}" srcOrd="1" destOrd="0" presId="urn:microsoft.com/office/officeart/2016/7/layout/LinearArrowProcessNumbered"/>
    <dgm:cxn modelId="{AA2CBE97-41D3-4A3A-9551-44A95DCF8EB2}" type="presParOf" srcId="{FE3AD3BE-7616-4D46-9483-32742D2FC6CD}" destId="{6245948E-2739-4DB7-B063-24DEE40C1C5A}" srcOrd="2" destOrd="0" presId="urn:microsoft.com/office/officeart/2016/7/layout/LinearArrowProcessNumbered"/>
    <dgm:cxn modelId="{54CF2383-D996-4DB6-A98C-230EDD56CD68}" type="presParOf" srcId="{FE3AD3BE-7616-4D46-9483-32742D2FC6CD}" destId="{39A1D293-680D-42E4-8D0E-1A2EF25F198E}" srcOrd="3" destOrd="0" presId="urn:microsoft.com/office/officeart/2016/7/layout/LinearArrowProcessNumbered"/>
    <dgm:cxn modelId="{5E018C86-5090-48FA-98F2-41B0AB9C7132}" type="presParOf" srcId="{61591430-1F9E-4A67-B4CA-BA7D74E1BB59}" destId="{9CE567D6-3945-4F3F-9BA2-D849B83D3832}" srcOrd="2" destOrd="0" presId="urn:microsoft.com/office/officeart/2016/7/layout/LinearArrowProcessNumbered"/>
    <dgm:cxn modelId="{2A63B2B2-25D9-4294-94AD-7614EA89663A}" type="presParOf" srcId="{93663FB9-DEBD-415B-BB0F-CB091A22D469}" destId="{F6228F53-E0BB-41F6-A9F1-38632E93EF01}" srcOrd="1" destOrd="0" presId="urn:microsoft.com/office/officeart/2016/7/layout/LinearArrowProcessNumbered"/>
    <dgm:cxn modelId="{2EDEB3D0-7822-415E-9A21-CC7108FB7B8C}" type="presParOf" srcId="{93663FB9-DEBD-415B-BB0F-CB091A22D469}" destId="{4BA3AE10-53C8-44F3-8543-82DBF32187D5}" srcOrd="2" destOrd="0" presId="urn:microsoft.com/office/officeart/2016/7/layout/LinearArrowProcessNumbered"/>
    <dgm:cxn modelId="{88643180-FB3A-453B-9B59-428359B1D4A1}" type="presParOf" srcId="{4BA3AE10-53C8-44F3-8543-82DBF32187D5}" destId="{E826CDBE-831C-4DFF-BD4A-82E7E8863429}" srcOrd="0" destOrd="0" presId="urn:microsoft.com/office/officeart/2016/7/layout/LinearArrowProcessNumbered"/>
    <dgm:cxn modelId="{99D3AAFA-270C-46E9-A247-F4AA233F1953}" type="presParOf" srcId="{4BA3AE10-53C8-44F3-8543-82DBF32187D5}" destId="{D22DB4B9-1741-48A9-89D2-3F321C2CB4BA}" srcOrd="1" destOrd="0" presId="urn:microsoft.com/office/officeart/2016/7/layout/LinearArrowProcessNumbered"/>
    <dgm:cxn modelId="{28DFC619-15D5-48E9-B115-1E7A0E0B8E77}" type="presParOf" srcId="{D22DB4B9-1741-48A9-89D2-3F321C2CB4BA}" destId="{151A0BA7-9CC9-4D34-8CEE-C390BDD47A0E}" srcOrd="0" destOrd="0" presId="urn:microsoft.com/office/officeart/2016/7/layout/LinearArrowProcessNumbered"/>
    <dgm:cxn modelId="{EB8F1656-E355-4C6A-8D55-53BDF9478812}" type="presParOf" srcId="{D22DB4B9-1741-48A9-89D2-3F321C2CB4BA}" destId="{50E23622-BD88-41E8-80B4-8261729B17DA}" srcOrd="1" destOrd="0" presId="urn:microsoft.com/office/officeart/2016/7/layout/LinearArrowProcessNumbered"/>
    <dgm:cxn modelId="{42C6ADDE-E15D-4C40-A280-0349ECB62D3E}" type="presParOf" srcId="{D22DB4B9-1741-48A9-89D2-3F321C2CB4BA}" destId="{C0EB1403-68B4-4750-B21A-7E1CAE94AA75}" srcOrd="2" destOrd="0" presId="urn:microsoft.com/office/officeart/2016/7/layout/LinearArrowProcessNumbered"/>
    <dgm:cxn modelId="{4E1856FA-8AAC-4F0E-9113-8ECABA98A712}" type="presParOf" srcId="{D22DB4B9-1741-48A9-89D2-3F321C2CB4BA}" destId="{C58DC842-7887-4F87-85D7-541828CDC912}" srcOrd="3" destOrd="0" presId="urn:microsoft.com/office/officeart/2016/7/layout/LinearArrowProcessNumbered"/>
    <dgm:cxn modelId="{4FE18076-831C-41CF-9F84-AB411186855B}" type="presParOf" srcId="{4BA3AE10-53C8-44F3-8543-82DBF32187D5}" destId="{C3164046-25BB-46D3-BAA2-50EF519BACE8}" srcOrd="2" destOrd="0" presId="urn:microsoft.com/office/officeart/2016/7/layout/LinearArrowProcessNumbered"/>
    <dgm:cxn modelId="{D8AEF138-83A6-4C74-98EA-12E8EC293E04}" type="presParOf" srcId="{93663FB9-DEBD-415B-BB0F-CB091A22D469}" destId="{E39FF265-5FB8-4E3C-BE4E-BA25BD509CF3}" srcOrd="3" destOrd="0" presId="urn:microsoft.com/office/officeart/2016/7/layout/LinearArrowProcessNumbered"/>
    <dgm:cxn modelId="{E845615C-9463-44B3-9184-58355047DB88}" type="presParOf" srcId="{93663FB9-DEBD-415B-BB0F-CB091A22D469}" destId="{AE560005-3382-478B-8E6B-FB9F03B35630}" srcOrd="4" destOrd="0" presId="urn:microsoft.com/office/officeart/2016/7/layout/LinearArrowProcessNumbered"/>
    <dgm:cxn modelId="{262E8EE8-98AF-4306-BA79-0B811FEBB15A}" type="presParOf" srcId="{AE560005-3382-478B-8E6B-FB9F03B35630}" destId="{098A2361-4686-4F55-8BF7-709D766895C7}" srcOrd="0" destOrd="0" presId="urn:microsoft.com/office/officeart/2016/7/layout/LinearArrowProcessNumbered"/>
    <dgm:cxn modelId="{9350DD1A-D291-4910-B770-5A19F6A02030}" type="presParOf" srcId="{AE560005-3382-478B-8E6B-FB9F03B35630}" destId="{DDF30497-5A45-4237-AAEC-44AAAA69AA57}" srcOrd="1" destOrd="0" presId="urn:microsoft.com/office/officeart/2016/7/layout/LinearArrowProcessNumbered"/>
    <dgm:cxn modelId="{A541114A-5EE6-4188-B807-5E3554F011F1}" type="presParOf" srcId="{DDF30497-5A45-4237-AAEC-44AAAA69AA57}" destId="{F6F06E53-57EC-4EDE-ACB1-91F40F4D7E98}" srcOrd="0" destOrd="0" presId="urn:microsoft.com/office/officeart/2016/7/layout/LinearArrowProcessNumbered"/>
    <dgm:cxn modelId="{6A46D426-E98C-4070-9266-DADE204372A5}" type="presParOf" srcId="{DDF30497-5A45-4237-AAEC-44AAAA69AA57}" destId="{61497DB0-A66C-4F4A-99E0-CF2D96CA8B76}" srcOrd="1" destOrd="0" presId="urn:microsoft.com/office/officeart/2016/7/layout/LinearArrowProcessNumbered"/>
    <dgm:cxn modelId="{0A948FD4-3C30-4490-8977-D18A64807E50}" type="presParOf" srcId="{DDF30497-5A45-4237-AAEC-44AAAA69AA57}" destId="{1CB0FCC4-E12D-4749-A993-1ECA143A0F82}" srcOrd="2" destOrd="0" presId="urn:microsoft.com/office/officeart/2016/7/layout/LinearArrowProcessNumbered"/>
    <dgm:cxn modelId="{974F16C4-F71B-4745-92C3-9DD08C966EA2}" type="presParOf" srcId="{DDF30497-5A45-4237-AAEC-44AAAA69AA57}" destId="{FBEE725A-D97F-4B96-8AE8-25DD3B24CD0C}" srcOrd="3" destOrd="0" presId="urn:microsoft.com/office/officeart/2016/7/layout/LinearArrowProcessNumbered"/>
    <dgm:cxn modelId="{38BB7A7B-787B-4DD1-AD83-5B2238667BE3}" type="presParOf" srcId="{AE560005-3382-478B-8E6B-FB9F03B35630}" destId="{E9304BAD-2A51-47EB-98BB-8F478D4A0D77}" srcOrd="2" destOrd="0" presId="urn:microsoft.com/office/officeart/2016/7/layout/LinearArrowProcessNumbered"/>
    <dgm:cxn modelId="{5F3967D9-1E80-4300-A287-0E46B2DF2C30}" type="presParOf" srcId="{93663FB9-DEBD-415B-BB0F-CB091A22D469}" destId="{91518CB7-E63A-4409-AB65-6D37985EEB02}" srcOrd="5" destOrd="0" presId="urn:microsoft.com/office/officeart/2016/7/layout/LinearArrowProcessNumbered"/>
    <dgm:cxn modelId="{672F87E6-EEE3-45E0-A364-857F01AC7BAB}" type="presParOf" srcId="{93663FB9-DEBD-415B-BB0F-CB091A22D469}" destId="{4E20A5AD-3844-4BC7-967D-764FED85F5B6}" srcOrd="6" destOrd="0" presId="urn:microsoft.com/office/officeart/2016/7/layout/LinearArrowProcessNumbered"/>
    <dgm:cxn modelId="{4723FFAB-AF2E-4742-A860-78D595F1A2EE}" type="presParOf" srcId="{4E20A5AD-3844-4BC7-967D-764FED85F5B6}" destId="{AFDE682F-FF6B-4D16-B6F0-C9398907FC1A}" srcOrd="0" destOrd="0" presId="urn:microsoft.com/office/officeart/2016/7/layout/LinearArrowProcessNumbered"/>
    <dgm:cxn modelId="{4B556453-B35A-49B1-AE8F-96EA9ECD053A}" type="presParOf" srcId="{4E20A5AD-3844-4BC7-967D-764FED85F5B6}" destId="{546B82BC-4BBA-4E87-A88A-04B370C9EE67}" srcOrd="1" destOrd="0" presId="urn:microsoft.com/office/officeart/2016/7/layout/LinearArrowProcessNumbered"/>
    <dgm:cxn modelId="{A2E2243A-886E-444D-86D1-EFCF150C88BC}" type="presParOf" srcId="{546B82BC-4BBA-4E87-A88A-04B370C9EE67}" destId="{70A8A5F1-67F1-4228-8F9A-EA535021B613}" srcOrd="0" destOrd="0" presId="urn:microsoft.com/office/officeart/2016/7/layout/LinearArrowProcessNumbered"/>
    <dgm:cxn modelId="{A752B4BB-6583-4D2F-972B-5B7283FABA90}" type="presParOf" srcId="{546B82BC-4BBA-4E87-A88A-04B370C9EE67}" destId="{0AB65589-D9DD-4BF0-846B-02580880B910}" srcOrd="1" destOrd="0" presId="urn:microsoft.com/office/officeart/2016/7/layout/LinearArrowProcessNumbered"/>
    <dgm:cxn modelId="{178B3801-88C6-42E4-9BFD-CB8E02A6DA96}" type="presParOf" srcId="{546B82BC-4BBA-4E87-A88A-04B370C9EE67}" destId="{4E59E7E5-E9F8-4DEF-8FD9-6186925B8F6A}" srcOrd="2" destOrd="0" presId="urn:microsoft.com/office/officeart/2016/7/layout/LinearArrowProcessNumbered"/>
    <dgm:cxn modelId="{FFB6CBDA-77A2-4179-AD52-39E1DEF2B11F}" type="presParOf" srcId="{546B82BC-4BBA-4E87-A88A-04B370C9EE67}" destId="{5FEF76E3-A5EF-4683-892D-C8B58632EE40}" srcOrd="3" destOrd="0" presId="urn:microsoft.com/office/officeart/2016/7/layout/LinearArrowProcessNumbered"/>
    <dgm:cxn modelId="{30ECCB92-EB46-43B7-BB32-4449315AACAC}" type="presParOf" srcId="{4E20A5AD-3844-4BC7-967D-764FED85F5B6}" destId="{113F14B5-B251-4FFB-9830-179ED8D6DCEE}" srcOrd="2" destOrd="0" presId="urn:microsoft.com/office/officeart/2016/7/layout/LinearArrowProcessNumbered"/>
    <dgm:cxn modelId="{C2A5E1DB-81DD-4FCA-A646-70AA4CBBFA84}" type="presParOf" srcId="{93663FB9-DEBD-415B-BB0F-CB091A22D469}" destId="{48172F22-F48E-4953-B2FC-8E27B9AA5FF6}" srcOrd="7" destOrd="0" presId="urn:microsoft.com/office/officeart/2016/7/layout/LinearArrowProcessNumbered"/>
    <dgm:cxn modelId="{0FE25552-CBE1-423C-8109-AD35CC182D8D}" type="presParOf" srcId="{93663FB9-DEBD-415B-BB0F-CB091A22D469}" destId="{F1E76A79-67AE-40A2-99C0-3EFDCBEFE5D5}" srcOrd="8" destOrd="0" presId="urn:microsoft.com/office/officeart/2016/7/layout/LinearArrowProcessNumbered"/>
    <dgm:cxn modelId="{1C3CB958-6A7F-4C2E-9E01-1700C97EE431}" type="presParOf" srcId="{F1E76A79-67AE-40A2-99C0-3EFDCBEFE5D5}" destId="{60F52213-715A-48C5-9EBB-545011A4DD55}" srcOrd="0" destOrd="0" presId="urn:microsoft.com/office/officeart/2016/7/layout/LinearArrowProcessNumbered"/>
    <dgm:cxn modelId="{CFCF115E-0E6C-48C2-AD4F-4AE15EAC7C63}" type="presParOf" srcId="{F1E76A79-67AE-40A2-99C0-3EFDCBEFE5D5}" destId="{A7079B78-EE88-4570-BE6C-C874B2E2FD57}" srcOrd="1" destOrd="0" presId="urn:microsoft.com/office/officeart/2016/7/layout/LinearArrowProcessNumbered"/>
    <dgm:cxn modelId="{7053B3CE-8BB6-4D91-9C98-37CC7062C711}" type="presParOf" srcId="{A7079B78-EE88-4570-BE6C-C874B2E2FD57}" destId="{DDD91D05-9417-4659-B61E-65A2ED22F4B8}" srcOrd="0" destOrd="0" presId="urn:microsoft.com/office/officeart/2016/7/layout/LinearArrowProcessNumbered"/>
    <dgm:cxn modelId="{7BA90EE0-EB24-4426-8CBB-7822AECAEA08}" type="presParOf" srcId="{A7079B78-EE88-4570-BE6C-C874B2E2FD57}" destId="{8B144731-C136-4D58-9C87-88A9BDE3005C}" srcOrd="1" destOrd="0" presId="urn:microsoft.com/office/officeart/2016/7/layout/LinearArrowProcessNumbered"/>
    <dgm:cxn modelId="{455F0AFF-D88B-4357-9E3E-335C1EF8BE38}" type="presParOf" srcId="{A7079B78-EE88-4570-BE6C-C874B2E2FD57}" destId="{229D4672-1575-40E4-80B8-C481AFBFCF9B}" srcOrd="2" destOrd="0" presId="urn:microsoft.com/office/officeart/2016/7/layout/LinearArrowProcessNumbered"/>
    <dgm:cxn modelId="{62D4DB71-BE4B-4BF0-BC47-1CA9ECDD34D6}" type="presParOf" srcId="{A7079B78-EE88-4570-BE6C-C874B2E2FD57}" destId="{DBB207B9-E1ED-47E8-BA52-4DFEF1E3F698}" srcOrd="3" destOrd="0" presId="urn:microsoft.com/office/officeart/2016/7/layout/LinearArrowProcessNumbered"/>
    <dgm:cxn modelId="{153DCCB1-5166-489E-A168-21ED76D677F7}" type="presParOf" srcId="{F1E76A79-67AE-40A2-99C0-3EFDCBEFE5D5}" destId="{785D9FDC-174D-4095-9633-63BF835C4B62}" srcOrd="2" destOrd="0" presId="urn:microsoft.com/office/officeart/2016/7/layout/LinearArrowProcessNumbered"/>
    <dgm:cxn modelId="{A83D29D3-F4C4-48B2-876A-7BBC9BCFB141}" type="presParOf" srcId="{93663FB9-DEBD-415B-BB0F-CB091A22D469}" destId="{98872C94-66B6-4A6D-A12B-5F2065D4B5CA}" srcOrd="9" destOrd="0" presId="urn:microsoft.com/office/officeart/2016/7/layout/LinearArrowProcessNumbered"/>
    <dgm:cxn modelId="{BE45876C-38D6-44F6-A71E-E720203B54A9}" type="presParOf" srcId="{93663FB9-DEBD-415B-BB0F-CB091A22D469}" destId="{F1D23E85-93A1-4B3C-984B-CF587850BA66}" srcOrd="10" destOrd="0" presId="urn:microsoft.com/office/officeart/2016/7/layout/LinearArrowProcessNumbered"/>
    <dgm:cxn modelId="{0BD693B0-0323-424B-BE76-A8414E5E761A}" type="presParOf" srcId="{F1D23E85-93A1-4B3C-984B-CF587850BA66}" destId="{9FCC476B-B8FF-4A5A-B173-38C76D96F548}" srcOrd="0" destOrd="0" presId="urn:microsoft.com/office/officeart/2016/7/layout/LinearArrowProcessNumbered"/>
    <dgm:cxn modelId="{36AD173E-1BF7-43F9-B73C-D48834A33D1C}" type="presParOf" srcId="{F1D23E85-93A1-4B3C-984B-CF587850BA66}" destId="{4277A1EB-479B-4051-891E-681186A8E4A8}" srcOrd="1" destOrd="0" presId="urn:microsoft.com/office/officeart/2016/7/layout/LinearArrowProcessNumbered"/>
    <dgm:cxn modelId="{B5DB39DC-4CF6-494F-8E99-7A9B9C7ECD39}" type="presParOf" srcId="{4277A1EB-479B-4051-891E-681186A8E4A8}" destId="{0E4F1801-EE26-4D3B-B940-76B1C47E59F4}" srcOrd="0" destOrd="0" presId="urn:microsoft.com/office/officeart/2016/7/layout/LinearArrowProcessNumbered"/>
    <dgm:cxn modelId="{EBCF0E5B-9F52-4646-8BF5-E8B06F044F23}" type="presParOf" srcId="{4277A1EB-479B-4051-891E-681186A8E4A8}" destId="{F5D5EDE1-4302-49D6-AC59-4A5845DBCEF9}" srcOrd="1" destOrd="0" presId="urn:microsoft.com/office/officeart/2016/7/layout/LinearArrowProcessNumbered"/>
    <dgm:cxn modelId="{1ECE26AE-5E26-4AAA-B781-74E2C7ED81AA}" type="presParOf" srcId="{4277A1EB-479B-4051-891E-681186A8E4A8}" destId="{1236AA14-07C0-499A-9014-D4995A876094}" srcOrd="2" destOrd="0" presId="urn:microsoft.com/office/officeart/2016/7/layout/LinearArrowProcessNumbered"/>
    <dgm:cxn modelId="{45FD5B71-0C50-4480-A594-E16EA3A8D77A}" type="presParOf" srcId="{4277A1EB-479B-4051-891E-681186A8E4A8}" destId="{5BAE1A4A-9AA0-4464-9FDC-04D0961C9B53}" srcOrd="3" destOrd="0" presId="urn:microsoft.com/office/officeart/2016/7/layout/LinearArrowProcessNumbered"/>
    <dgm:cxn modelId="{69F29F10-B51E-42BA-9CD7-18051A0A006F}" type="presParOf" srcId="{F1D23E85-93A1-4B3C-984B-CF587850BA66}" destId="{D32ED09B-9DCA-4B2C-8876-E08A4EC4402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BF5B9-2403-4A43-910E-4DC798074E12}">
      <dsp:nvSpPr>
        <dsp:cNvPr id="0" name=""/>
        <dsp:cNvSpPr/>
      </dsp:nvSpPr>
      <dsp:spPr>
        <a:xfrm>
          <a:off x="0" y="420"/>
          <a:ext cx="3175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06213-A8FA-4DF5-B47B-B6CAC51C8D55}">
      <dsp:nvSpPr>
        <dsp:cNvPr id="0" name=""/>
        <dsp:cNvSpPr/>
      </dsp:nvSpPr>
      <dsp:spPr>
        <a:xfrm>
          <a:off x="0" y="420"/>
          <a:ext cx="3175796" cy="68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Strong overall financial performance (19.86bn annual income)</a:t>
          </a:r>
        </a:p>
      </dsp:txBody>
      <dsp:txXfrm>
        <a:off x="0" y="420"/>
        <a:ext cx="3175796" cy="689398"/>
      </dsp:txXfrm>
    </dsp:sp>
    <dsp:sp modelId="{E1B39DEB-DD99-4543-BBFC-ED67D247A9F7}">
      <dsp:nvSpPr>
        <dsp:cNvPr id="0" name=""/>
        <dsp:cNvSpPr/>
      </dsp:nvSpPr>
      <dsp:spPr>
        <a:xfrm>
          <a:off x="0" y="689818"/>
          <a:ext cx="3175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82823-3008-4CC7-ADAA-AAE1932ABFBD}">
      <dsp:nvSpPr>
        <dsp:cNvPr id="0" name=""/>
        <dsp:cNvSpPr/>
      </dsp:nvSpPr>
      <dsp:spPr>
        <a:xfrm>
          <a:off x="0" y="689818"/>
          <a:ext cx="3175796" cy="68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Sales peak observed in Q4</a:t>
          </a:r>
        </a:p>
      </dsp:txBody>
      <dsp:txXfrm>
        <a:off x="0" y="689818"/>
        <a:ext cx="3175796" cy="689398"/>
      </dsp:txXfrm>
    </dsp:sp>
    <dsp:sp modelId="{EE12EA1C-AE59-4FE2-A97F-EE21F39A1856}">
      <dsp:nvSpPr>
        <dsp:cNvPr id="0" name=""/>
        <dsp:cNvSpPr/>
      </dsp:nvSpPr>
      <dsp:spPr>
        <a:xfrm>
          <a:off x="0" y="1379216"/>
          <a:ext cx="3175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8A911-C3D3-412C-B98C-C5CE67169DF2}">
      <dsp:nvSpPr>
        <dsp:cNvPr id="0" name=""/>
        <dsp:cNvSpPr/>
      </dsp:nvSpPr>
      <dsp:spPr>
        <a:xfrm>
          <a:off x="0" y="1379216"/>
          <a:ext cx="3175796" cy="68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Automatic vehicles dominate revenue contribution</a:t>
          </a:r>
        </a:p>
      </dsp:txBody>
      <dsp:txXfrm>
        <a:off x="0" y="1379216"/>
        <a:ext cx="3175796" cy="689398"/>
      </dsp:txXfrm>
    </dsp:sp>
    <dsp:sp modelId="{CC7BBC90-4705-44B8-B943-5C9EA602A7B1}">
      <dsp:nvSpPr>
        <dsp:cNvPr id="0" name=""/>
        <dsp:cNvSpPr/>
      </dsp:nvSpPr>
      <dsp:spPr>
        <a:xfrm>
          <a:off x="0" y="2068615"/>
          <a:ext cx="3175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ABA53-EA5D-4249-9EC7-A813ABEE61BC}">
      <dsp:nvSpPr>
        <dsp:cNvPr id="0" name=""/>
        <dsp:cNvSpPr/>
      </dsp:nvSpPr>
      <dsp:spPr>
        <a:xfrm>
          <a:off x="0" y="2068615"/>
          <a:ext cx="3175796" cy="68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Male customers represent majority segment</a:t>
          </a:r>
        </a:p>
      </dsp:txBody>
      <dsp:txXfrm>
        <a:off x="0" y="2068615"/>
        <a:ext cx="3175796" cy="689398"/>
      </dsp:txXfrm>
    </dsp:sp>
    <dsp:sp modelId="{A3E32F9C-544D-469F-9EC5-4896692A07AB}">
      <dsp:nvSpPr>
        <dsp:cNvPr id="0" name=""/>
        <dsp:cNvSpPr/>
      </dsp:nvSpPr>
      <dsp:spPr>
        <a:xfrm>
          <a:off x="0" y="2758013"/>
          <a:ext cx="3175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0DE20-E11A-49FE-B865-A7A79132FB9E}">
      <dsp:nvSpPr>
        <dsp:cNvPr id="0" name=""/>
        <dsp:cNvSpPr/>
      </dsp:nvSpPr>
      <dsp:spPr>
        <a:xfrm>
          <a:off x="0" y="2758013"/>
          <a:ext cx="3175796" cy="68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Revenue concentrated among selected brands</a:t>
          </a:r>
        </a:p>
      </dsp:txBody>
      <dsp:txXfrm>
        <a:off x="0" y="2758013"/>
        <a:ext cx="3175796" cy="689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09A03-A795-4A1F-9C01-BA88F7189485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99C37-A3E8-4AE0-83A1-65249E45909F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Total Customers: 23.91K</a:t>
          </a:r>
        </a:p>
      </dsp:txBody>
      <dsp:txXfrm>
        <a:off x="483752" y="1420418"/>
        <a:ext cx="1604882" cy="641953"/>
      </dsp:txXfrm>
    </dsp:sp>
    <dsp:sp modelId="{9237EFFC-3040-469D-A5BD-D8D3C54A8889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7994A-359F-40E7-96D6-1C0797C576CD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Total Cars Sold: 23.906K</a:t>
          </a:r>
        </a:p>
      </dsp:txBody>
      <dsp:txXfrm>
        <a:off x="2369489" y="1420418"/>
        <a:ext cx="1604882" cy="641953"/>
      </dsp:txXfrm>
    </dsp:sp>
    <dsp:sp modelId="{949AA769-C39D-453E-9259-064938560BE0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9AF43-60BF-4C09-A53D-EBE8B2DA8480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Average Car Price: 28.09K</a:t>
          </a:r>
        </a:p>
      </dsp:txBody>
      <dsp:txXfrm>
        <a:off x="4255227" y="1420418"/>
        <a:ext cx="1604882" cy="641953"/>
      </dsp:txXfrm>
    </dsp:sp>
    <dsp:sp modelId="{B0C102AA-AB73-4375-A7AD-977D3D3857C0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80E9F-862B-416B-ADD6-7AB040D8048E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Stable mid-range market positioning</a:t>
          </a:r>
        </a:p>
      </dsp:txBody>
      <dsp:txXfrm>
        <a:off x="6140964" y="1420418"/>
        <a:ext cx="1604882" cy="641953"/>
      </dsp:txXfrm>
    </dsp:sp>
    <dsp:sp modelId="{583EAD83-D81F-42B6-A2CA-28C244BFF0E7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8D05A-3E82-4706-9570-1516A7EB3499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Strong revenue generation performance</a:t>
          </a:r>
        </a:p>
      </dsp:txBody>
      <dsp:txXfrm>
        <a:off x="3312358" y="3457346"/>
        <a:ext cx="1604882" cy="6419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1AC1A-D9D8-4A9B-B1CD-3D524C006CDF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907CB-3CA3-4860-8FE4-262A703A53D0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D0595-DBD2-4788-B7DA-BF85484F4A6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Gradual increase in sales across the year</a:t>
          </a:r>
        </a:p>
      </dsp:txBody>
      <dsp:txXfrm>
        <a:off x="1340173" y="795493"/>
        <a:ext cx="2552269" cy="1082781"/>
      </dsp:txXfrm>
    </dsp:sp>
    <dsp:sp modelId="{E3C05768-F235-4D51-BFE5-7D69E110C264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EAB41-564A-43A5-8F5C-53E60FB126AF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E0631-8BDB-4321-9FFA-925A9084EDE2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November recorded highest sales</a:t>
          </a:r>
        </a:p>
      </dsp:txBody>
      <dsp:txXfrm>
        <a:off x="5651962" y="795493"/>
        <a:ext cx="2552269" cy="1082781"/>
      </dsp:txXfrm>
    </dsp:sp>
    <dsp:sp modelId="{CD2157B3-018D-4701-B8AB-0CF85405F094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BE98D-FC44-4E68-B0F5-B03E8ABAE755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0B37C-5124-41C6-A95E-81A4B343B302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February recorded lowest sales</a:t>
          </a:r>
        </a:p>
      </dsp:txBody>
      <dsp:txXfrm>
        <a:off x="1340173" y="2647688"/>
        <a:ext cx="2552269" cy="1082781"/>
      </dsp:txXfrm>
    </dsp:sp>
    <dsp:sp modelId="{401AF48B-6DB8-4E88-9EB0-FDBC4F80E383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D7256E-4D69-4AFF-A189-3D925B018B14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EBA10-823A-4D40-8FC1-DED88D4A350F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Strong seasonal influence on performance</a:t>
          </a:r>
        </a:p>
      </dsp:txBody>
      <dsp:txXfrm>
        <a:off x="5651962" y="2647688"/>
        <a:ext cx="2552269" cy="10827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34260-1D94-47C6-852B-76D35DB3B7DC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44813-AF90-435C-8365-C37D183B5DC7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D2064-8B00-4738-8154-DC1881035ABC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Revenue concentrated among top-performing brands</a:t>
          </a:r>
        </a:p>
      </dsp:txBody>
      <dsp:txXfrm>
        <a:off x="1340173" y="795493"/>
        <a:ext cx="2552269" cy="1082781"/>
      </dsp:txXfrm>
    </dsp:sp>
    <dsp:sp modelId="{456A4352-315C-4601-BDC3-B91C92C46C0A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7587E-2737-49C2-BD65-AA17F4BDD2C2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EE113-4BE1-4FAB-917E-2EBF298DDFB3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Performance gap between leading and lower-tier brands</a:t>
          </a:r>
        </a:p>
      </dsp:txBody>
      <dsp:txXfrm>
        <a:off x="5651962" y="795493"/>
        <a:ext cx="2552269" cy="1082781"/>
      </dsp:txXfrm>
    </dsp:sp>
    <dsp:sp modelId="{94493A7E-B2CA-41D8-97AC-B1487BCEABF4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2BB83-170D-4094-9D7F-27434BFD3197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0A52A-5FCD-42C3-B861-55B115754BA1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Risk of over-reliance on few brands</a:t>
          </a:r>
        </a:p>
      </dsp:txBody>
      <dsp:txXfrm>
        <a:off x="1340173" y="2647688"/>
        <a:ext cx="2552269" cy="1082781"/>
      </dsp:txXfrm>
    </dsp:sp>
    <dsp:sp modelId="{997CEAA8-1837-456A-B222-C13E44D54A1A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9BB1F-F571-4DBA-89C1-A582FC14FFBF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773FC-BF7B-4DE5-AE9A-E851DC1BBB7A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Opportunity to strengthen underperforming brands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114CA-18A7-4CFF-9EE8-0DC939D772C5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7D204-55D9-4F49-81F2-4E3F43DD317F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Male customers significantly outnumber female customers</a:t>
          </a:r>
        </a:p>
      </dsp:txBody>
      <dsp:txXfrm>
        <a:off x="298991" y="1277365"/>
        <a:ext cx="2219346" cy="1377989"/>
      </dsp:txXfrm>
    </dsp:sp>
    <dsp:sp modelId="{D4299DA4-7397-4C21-87AE-9532C237875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09AB6-3DA5-4179-BB99-9AC21C4A618E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Gender imbalance across most brands</a:t>
          </a:r>
        </a:p>
      </dsp:txBody>
      <dsp:txXfrm>
        <a:off x="3116322" y="1277365"/>
        <a:ext cx="2219346" cy="1377989"/>
      </dsp:txXfrm>
    </dsp:sp>
    <dsp:sp modelId="{AE9919C0-8E0C-436C-9778-A2F9956D76E3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32F4B-C2E8-40EB-83E6-280B2BEECB3A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Untapped potential in female market segment</a:t>
          </a:r>
        </a:p>
      </dsp:txBody>
      <dsp:txXfrm>
        <a:off x="5933653" y="1277365"/>
        <a:ext cx="2219346" cy="13779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447AB-6695-43B2-943E-2021DD8F53FB}">
      <dsp:nvSpPr>
        <dsp:cNvPr id="0" name=""/>
        <dsp:cNvSpPr/>
      </dsp:nvSpPr>
      <dsp:spPr>
        <a:xfrm>
          <a:off x="689148" y="1197346"/>
          <a:ext cx="548104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36B69-CCE8-44D8-9FC0-DB377DB99156}">
      <dsp:nvSpPr>
        <dsp:cNvPr id="0" name=""/>
        <dsp:cNvSpPr/>
      </dsp:nvSpPr>
      <dsp:spPr>
        <a:xfrm>
          <a:off x="1270139" y="1151341"/>
          <a:ext cx="63031" cy="118389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5948E-2739-4DB7-B063-24DEE40C1C5A}">
      <dsp:nvSpPr>
        <dsp:cNvPr id="0" name=""/>
        <dsp:cNvSpPr/>
      </dsp:nvSpPr>
      <dsp:spPr>
        <a:xfrm>
          <a:off x="374573" y="951319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</a:t>
          </a:r>
        </a:p>
      </dsp:txBody>
      <dsp:txXfrm>
        <a:off x="446643" y="1023389"/>
        <a:ext cx="347985" cy="347985"/>
      </dsp:txXfrm>
    </dsp:sp>
    <dsp:sp modelId="{9CE567D6-3945-4F3F-9BA2-D849B83D3832}">
      <dsp:nvSpPr>
        <dsp:cNvPr id="0" name=""/>
        <dsp:cNvSpPr/>
      </dsp:nvSpPr>
      <dsp:spPr>
        <a:xfrm>
          <a:off x="4018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Introduce Q1 promotional campaigns</a:t>
          </a:r>
        </a:p>
      </dsp:txBody>
      <dsp:txXfrm>
        <a:off x="4018" y="1855691"/>
        <a:ext cx="1233234" cy="1718953"/>
      </dsp:txXfrm>
    </dsp:sp>
    <dsp:sp modelId="{151A0BA7-9CC9-4D34-8CEE-C390BDD47A0E}">
      <dsp:nvSpPr>
        <dsp:cNvPr id="0" name=""/>
        <dsp:cNvSpPr/>
      </dsp:nvSpPr>
      <dsp:spPr>
        <a:xfrm>
          <a:off x="1374278" y="1197345"/>
          <a:ext cx="1233234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23622-BD88-41E8-80B4-8261729B17DA}">
      <dsp:nvSpPr>
        <dsp:cNvPr id="0" name=""/>
        <dsp:cNvSpPr/>
      </dsp:nvSpPr>
      <dsp:spPr>
        <a:xfrm>
          <a:off x="2640399" y="1151340"/>
          <a:ext cx="63031" cy="11839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B1403-68B4-4750-B21A-7E1CAE94AA75}">
      <dsp:nvSpPr>
        <dsp:cNvPr id="0" name=""/>
        <dsp:cNvSpPr/>
      </dsp:nvSpPr>
      <dsp:spPr>
        <a:xfrm>
          <a:off x="1744833" y="951319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</a:t>
          </a:r>
        </a:p>
      </dsp:txBody>
      <dsp:txXfrm>
        <a:off x="1816903" y="1023389"/>
        <a:ext cx="347985" cy="347985"/>
      </dsp:txXfrm>
    </dsp:sp>
    <dsp:sp modelId="{C3164046-25BB-46D3-BAA2-50EF519BACE8}">
      <dsp:nvSpPr>
        <dsp:cNvPr id="0" name=""/>
        <dsp:cNvSpPr/>
      </dsp:nvSpPr>
      <dsp:spPr>
        <a:xfrm>
          <a:off x="1374278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Expand marketing toward female buyers</a:t>
          </a:r>
        </a:p>
      </dsp:txBody>
      <dsp:txXfrm>
        <a:off x="1374278" y="1855691"/>
        <a:ext cx="1233234" cy="1718953"/>
      </dsp:txXfrm>
    </dsp:sp>
    <dsp:sp modelId="{F6F06E53-57EC-4EDE-ACB1-91F40F4D7E98}">
      <dsp:nvSpPr>
        <dsp:cNvPr id="0" name=""/>
        <dsp:cNvSpPr/>
      </dsp:nvSpPr>
      <dsp:spPr>
        <a:xfrm>
          <a:off x="2744539" y="1197345"/>
          <a:ext cx="1233234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97DB0-A66C-4F4A-99E0-CF2D96CA8B76}">
      <dsp:nvSpPr>
        <dsp:cNvPr id="0" name=""/>
        <dsp:cNvSpPr/>
      </dsp:nvSpPr>
      <dsp:spPr>
        <a:xfrm>
          <a:off x="4010660" y="1151340"/>
          <a:ext cx="63031" cy="11839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0FCC4-E12D-4749-A993-1ECA143A0F82}">
      <dsp:nvSpPr>
        <dsp:cNvPr id="0" name=""/>
        <dsp:cNvSpPr/>
      </dsp:nvSpPr>
      <dsp:spPr>
        <a:xfrm>
          <a:off x="3115094" y="951319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</a:t>
          </a:r>
        </a:p>
      </dsp:txBody>
      <dsp:txXfrm>
        <a:off x="3187164" y="1023389"/>
        <a:ext cx="347985" cy="347985"/>
      </dsp:txXfrm>
    </dsp:sp>
    <dsp:sp modelId="{E9304BAD-2A51-47EB-98BB-8F478D4A0D77}">
      <dsp:nvSpPr>
        <dsp:cNvPr id="0" name=""/>
        <dsp:cNvSpPr/>
      </dsp:nvSpPr>
      <dsp:spPr>
        <a:xfrm>
          <a:off x="2744539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Increase automatic vehicle inventory</a:t>
          </a:r>
        </a:p>
      </dsp:txBody>
      <dsp:txXfrm>
        <a:off x="2744539" y="1855691"/>
        <a:ext cx="1233234" cy="1718953"/>
      </dsp:txXfrm>
    </dsp:sp>
    <dsp:sp modelId="{70A8A5F1-67F1-4228-8F9A-EA535021B613}">
      <dsp:nvSpPr>
        <dsp:cNvPr id="0" name=""/>
        <dsp:cNvSpPr/>
      </dsp:nvSpPr>
      <dsp:spPr>
        <a:xfrm>
          <a:off x="4114800" y="1197345"/>
          <a:ext cx="1233234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65589-D9DD-4BF0-846B-02580880B910}">
      <dsp:nvSpPr>
        <dsp:cNvPr id="0" name=""/>
        <dsp:cNvSpPr/>
      </dsp:nvSpPr>
      <dsp:spPr>
        <a:xfrm>
          <a:off x="5380920" y="1151340"/>
          <a:ext cx="63031" cy="11839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9E7E5-E9F8-4DEF-8FD9-6186925B8F6A}">
      <dsp:nvSpPr>
        <dsp:cNvPr id="0" name=""/>
        <dsp:cNvSpPr/>
      </dsp:nvSpPr>
      <dsp:spPr>
        <a:xfrm>
          <a:off x="4485354" y="951318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</a:t>
          </a:r>
        </a:p>
      </dsp:txBody>
      <dsp:txXfrm>
        <a:off x="4557424" y="1023388"/>
        <a:ext cx="347985" cy="347985"/>
      </dsp:txXfrm>
    </dsp:sp>
    <dsp:sp modelId="{113F14B5-B251-4FFB-9830-179ED8D6DCEE}">
      <dsp:nvSpPr>
        <dsp:cNvPr id="0" name=""/>
        <dsp:cNvSpPr/>
      </dsp:nvSpPr>
      <dsp:spPr>
        <a:xfrm>
          <a:off x="4114800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Optimize stock based on color demand</a:t>
          </a:r>
        </a:p>
      </dsp:txBody>
      <dsp:txXfrm>
        <a:off x="4114800" y="1855691"/>
        <a:ext cx="1233234" cy="1718953"/>
      </dsp:txXfrm>
    </dsp:sp>
    <dsp:sp modelId="{DDD91D05-9417-4659-B61E-65A2ED22F4B8}">
      <dsp:nvSpPr>
        <dsp:cNvPr id="0" name=""/>
        <dsp:cNvSpPr/>
      </dsp:nvSpPr>
      <dsp:spPr>
        <a:xfrm>
          <a:off x="5485060" y="1197345"/>
          <a:ext cx="1233234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44731-C136-4D58-9C87-88A9BDE3005C}">
      <dsp:nvSpPr>
        <dsp:cNvPr id="0" name=""/>
        <dsp:cNvSpPr/>
      </dsp:nvSpPr>
      <dsp:spPr>
        <a:xfrm>
          <a:off x="6751181" y="1151340"/>
          <a:ext cx="63031" cy="11839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D4672-1575-40E4-80B8-C481AFBFCF9B}">
      <dsp:nvSpPr>
        <dsp:cNvPr id="0" name=""/>
        <dsp:cNvSpPr/>
      </dsp:nvSpPr>
      <dsp:spPr>
        <a:xfrm>
          <a:off x="5855615" y="951318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</a:t>
          </a:r>
        </a:p>
      </dsp:txBody>
      <dsp:txXfrm>
        <a:off x="5927685" y="1023388"/>
        <a:ext cx="347985" cy="347985"/>
      </dsp:txXfrm>
    </dsp:sp>
    <dsp:sp modelId="{785D9FDC-174D-4095-9633-63BF835C4B62}">
      <dsp:nvSpPr>
        <dsp:cNvPr id="0" name=""/>
        <dsp:cNvSpPr/>
      </dsp:nvSpPr>
      <dsp:spPr>
        <a:xfrm>
          <a:off x="5485060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Strengthen underperforming brands</a:t>
          </a:r>
        </a:p>
      </dsp:txBody>
      <dsp:txXfrm>
        <a:off x="5485060" y="1855691"/>
        <a:ext cx="1233234" cy="1718953"/>
      </dsp:txXfrm>
    </dsp:sp>
    <dsp:sp modelId="{0E4F1801-EE26-4D3B-B940-76B1C47E59F4}">
      <dsp:nvSpPr>
        <dsp:cNvPr id="0" name=""/>
        <dsp:cNvSpPr/>
      </dsp:nvSpPr>
      <dsp:spPr>
        <a:xfrm>
          <a:off x="6855321" y="1197345"/>
          <a:ext cx="61661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AA14-07C0-499A-9014-D4995A876094}">
      <dsp:nvSpPr>
        <dsp:cNvPr id="0" name=""/>
        <dsp:cNvSpPr/>
      </dsp:nvSpPr>
      <dsp:spPr>
        <a:xfrm>
          <a:off x="7225875" y="951318"/>
          <a:ext cx="492125" cy="4921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7" tIns="19097" rIns="19097" bIns="1909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</a:t>
          </a:r>
        </a:p>
      </dsp:txBody>
      <dsp:txXfrm>
        <a:off x="7297945" y="1023388"/>
        <a:ext cx="347985" cy="347985"/>
      </dsp:txXfrm>
    </dsp:sp>
    <dsp:sp modelId="{D32ED09B-9DCA-4B2C-8876-E08A4EC4402A}">
      <dsp:nvSpPr>
        <dsp:cNvPr id="0" name=""/>
        <dsp:cNvSpPr/>
      </dsp:nvSpPr>
      <dsp:spPr>
        <a:xfrm>
          <a:off x="6855321" y="1609044"/>
          <a:ext cx="123323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79" tIns="165100" rIns="9727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W" sz="1100" kern="1200"/>
            <a:t>Utilize</a:t>
          </a:r>
          <a:r>
            <a:rPr lang="en-US" sz="1100" kern="1200"/>
            <a:t> predictive analytics for forecasting</a:t>
          </a:r>
        </a:p>
      </dsp:txBody>
      <dsp:txXfrm>
        <a:off x="6855321" y="1855691"/>
        <a:ext cx="1233234" cy="1718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F71DE634-FB81-7A84-93DE-4EF05662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36" r="7251"/>
          <a:stretch>
            <a:fillRect/>
          </a:stretch>
        </p:blipFill>
        <p:spPr>
          <a:xfrm>
            <a:off x="20" y="10"/>
            <a:ext cx="6501364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3739" y="0"/>
            <a:ext cx="636026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6450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ZW" sz="4200" b="1"/>
              <a:t>Car 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86450" y="4872922"/>
            <a:ext cx="3017520" cy="1208141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Comprehensive Sales, Customer &amp; Company Performance Review</a:t>
            </a:r>
            <a:endParaRPr lang="en-ZW" sz="17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796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8736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3175795" cy="1616203"/>
          </a:xfrm>
        </p:spPr>
        <p:txBody>
          <a:bodyPr anchor="b">
            <a:normAutofit/>
          </a:bodyPr>
          <a:lstStyle/>
          <a:p>
            <a:r>
              <a:rPr lang="en-ZW" sz="2800"/>
              <a:t>Executive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865E04-04EC-1E83-B13B-9700E38A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90" r="9836" b="-2"/>
          <a:stretch>
            <a:fillRect/>
          </a:stretch>
        </p:blipFill>
        <p:spPr>
          <a:xfrm>
            <a:off x="4391167" y="877414"/>
            <a:ext cx="4090159" cy="4984683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95D44D-C13D-B4D0-303F-B380CA251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0805526"/>
              </p:ext>
            </p:extLst>
          </p:nvPr>
        </p:nvGraphicFramePr>
        <p:xfrm>
          <a:off x="657519" y="2533476"/>
          <a:ext cx="3175796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430461-CC6E-7764-9041-E2346B2F08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5D8AD3-B9D5-6367-35A4-999C887EA5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Company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5519A1-CEC2-32B5-81E7-A74DBAA3ED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ZW" sz="3500"/>
              <a:t>Regional Revenue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Balanced revenue contribution across regions</a:t>
            </a:r>
          </a:p>
          <a:p>
            <a:r>
              <a:rPr lang="en-US" sz="1700"/>
              <a:t>No single region dominates excessively</a:t>
            </a:r>
          </a:p>
          <a:p>
            <a:r>
              <a:rPr lang="en-US" sz="1700"/>
              <a:t>Geographic diversification reduces risk exposure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140606F-779F-F6ED-7EB5-171054F72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5" r="342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ZW" sz="3500"/>
              <a:t>Transmission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Automatic vehicles generate higher revenue</a:t>
            </a:r>
          </a:p>
          <a:p>
            <a:r>
              <a:rPr lang="en-US" sz="1700"/>
              <a:t>Manual vehicles show lower contribution</a:t>
            </a:r>
          </a:p>
          <a:p>
            <a:r>
              <a:rPr lang="en-US" sz="1700"/>
              <a:t>Clear shift in consumer preference toward automatic</a:t>
            </a:r>
          </a:p>
        </p:txBody>
      </p:sp>
      <p:pic>
        <p:nvPicPr>
          <p:cNvPr id="5" name="Picture 4" descr="Machine gears">
            <a:extLst>
              <a:ext uri="{FF2B5EF4-FFF2-40B4-BE49-F238E27FC236}">
                <a16:creationId xmlns:a16="http://schemas.microsoft.com/office/drawing/2014/main" id="{0274D7F8-ABAB-371F-E573-1BC51E800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04" r="4224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ZW" sz="3500">
                <a:solidFill>
                  <a:srgbClr val="FFFFFF"/>
                </a:solidFill>
              </a:rPr>
              <a:t>Customer Gender Distribution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96858B-77BB-1311-A110-585811B9E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75253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ZW" sz="3500"/>
              <a:t>Customer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Most preferred colors: Pale White and Black</a:t>
            </a:r>
          </a:p>
          <a:p>
            <a:r>
              <a:rPr lang="en-US" sz="1700"/>
              <a:t>Red is least preferred</a:t>
            </a:r>
          </a:p>
          <a:p>
            <a:r>
              <a:rPr lang="en-US" sz="1700"/>
              <a:t>Inventory planning should align with color demand</a:t>
            </a:r>
          </a:p>
          <a:p>
            <a:r>
              <a:rPr lang="en-US" sz="1700"/>
              <a:t>Automatic vehicles preferred by both genders</a:t>
            </a:r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7897875D-F987-D45A-D90B-CFE7D9DE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78" r="14739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ZW" sz="3500"/>
              <a:t>Key Strategic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Strong Q4 performance drives annual results</a:t>
            </a:r>
          </a:p>
          <a:p>
            <a:r>
              <a:rPr lang="en-US" sz="1700"/>
              <a:t>Automatic vehicles dominate sales</a:t>
            </a:r>
          </a:p>
          <a:p>
            <a:r>
              <a:rPr lang="en-US" sz="1700"/>
              <a:t>Revenue concentration risk among top brands</a:t>
            </a:r>
          </a:p>
          <a:p>
            <a:r>
              <a:rPr lang="en-US" sz="1700"/>
              <a:t>Female segment presents growth opportunity</a:t>
            </a:r>
          </a:p>
        </p:txBody>
      </p:sp>
      <p:pic>
        <p:nvPicPr>
          <p:cNvPr id="5" name="Picture 4" descr="Large car parking lot from above">
            <a:extLst>
              <a:ext uri="{FF2B5EF4-FFF2-40B4-BE49-F238E27FC236}">
                <a16:creationId xmlns:a16="http://schemas.microsoft.com/office/drawing/2014/main" id="{1A637007-180C-20BD-E257-E80BECB339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62" r="46706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Recommendations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48FF75D-A986-DD65-EDB4-9905C64756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266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Car Sales Dashboard Analysis</vt:lpstr>
      <vt:lpstr>Executive Summary</vt:lpstr>
      <vt:lpstr>Sales Performance Overview</vt:lpstr>
      <vt:lpstr>Monthly Sales Trends</vt:lpstr>
      <vt:lpstr>Revenue by Company</vt:lpstr>
      <vt:lpstr>Regional Revenue Distribution</vt:lpstr>
      <vt:lpstr>Transmission Type Analysis</vt:lpstr>
      <vt:lpstr>Customer Gender Distribution</vt:lpstr>
      <vt:lpstr>Customer Preferences</vt:lpstr>
      <vt:lpstr>Key Strategic Insights</vt:lpstr>
      <vt:lpstr>Future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Nyasha Nhandara</cp:lastModifiedBy>
  <cp:revision>3</cp:revision>
  <dcterms:created xsi:type="dcterms:W3CDTF">2013-01-27T09:14:16Z</dcterms:created>
  <dcterms:modified xsi:type="dcterms:W3CDTF">2026-03-04T06:12:19Z</dcterms:modified>
  <cp:category/>
</cp:coreProperties>
</file>